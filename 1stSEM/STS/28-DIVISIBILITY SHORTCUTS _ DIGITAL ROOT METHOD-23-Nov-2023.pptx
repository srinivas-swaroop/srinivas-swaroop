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  <p:ext uri="http://customooxmlschemas.google.com/">
      <go:slidesCustomData xmlns:go="http://customooxmlschemas.google.com/" r:id="rId42" roundtripDataSignature="AMtx7mjKBnzKxtASi677eW4q4KeUZXDF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font" Target="fonts/Robo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Cover Slide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f9862ab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13ff9862ab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3ff9862abb_0_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g13ff9862abb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ff9862abb_0_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3ff9862abb_0_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g13ff9862abb_0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3ff9862abb_0_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g13ff9862abb_0_7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g13ff9862abb_0_7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g13ff9862abb_0_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ff9862abb_0_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g13ff9862abb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3ff9862abb_0_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g13ff9862abb_0_8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g13ff9862abb_0_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ff9862abb_0_8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3" name="Google Shape;73;g13ff9862abb_0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ff9862abb_0_8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13ff9862abb_0_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7" name="Google Shape;77;g13ff9862abb_0_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g13ff9862abb_0_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g13ff9862abb_0_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ff9862abb_0_9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2" name="Google Shape;82;g13ff9862abb_0_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ff9862abb_0_9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" name="Google Shape;85;g13ff9862abb_0_9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g13ff9862abb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ff9862abb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3ff9862abb_0_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13ff9862abb_0_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13ff9862abb_0_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jpg"/><Relationship Id="rId5" Type="http://schemas.openxmlformats.org/officeDocument/2006/relationships/hyperlink" Target="https://forms.gle/M1UN9BUxhZboSfKT8" TargetMode="External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13ff9862abb_0_51"/>
          <p:cNvPicPr preferRelativeResize="0"/>
          <p:nvPr/>
        </p:nvPicPr>
        <p:blipFill rotWithShape="1">
          <a:blip r:embed="rId3">
            <a:alphaModFix/>
          </a:blip>
          <a:srcRect b="51127" l="41241" r="-23988" t="9529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13ff9862abb_0_5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13ff9862abb_0_51"/>
          <p:cNvSpPr/>
          <p:nvPr/>
        </p:nvSpPr>
        <p:spPr>
          <a:xfrm>
            <a:off x="0" y="233550"/>
            <a:ext cx="75555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13ff9862abb_0_51"/>
          <p:cNvSpPr txBox="1"/>
          <p:nvPr/>
        </p:nvSpPr>
        <p:spPr>
          <a:xfrm>
            <a:off x="327600" y="233550"/>
            <a:ext cx="7024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TEST TIME ON LCM AND HCF :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13ff9862abb_0_51"/>
          <p:cNvSpPr txBox="1"/>
          <p:nvPr/>
        </p:nvSpPr>
        <p:spPr>
          <a:xfrm>
            <a:off x="879900" y="819663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2400">
                <a:solidFill>
                  <a:srgbClr val="333333"/>
                </a:solidFill>
                <a:highlight>
                  <a:srgbClr val="FFFFFF"/>
                </a:highlight>
              </a:rPr>
              <a:t>URL: </a:t>
            </a:r>
            <a:r>
              <a:rPr b="1" lang="en-GB" sz="24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https://forms.gle/M1UN9BUxhZboSfKT8</a:t>
            </a:r>
            <a:endParaRPr b="1"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  <a:highlight>
                  <a:srgbClr val="FFFFFF"/>
                </a:highlight>
              </a:rPr>
              <a:t>QR CODE:</a:t>
            </a:r>
            <a:r>
              <a:rPr b="1" lang="en-GB" sz="24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13ff9862abb_0_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0625" y="2717050"/>
            <a:ext cx="2731576" cy="206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27600" y="930575"/>
            <a:ext cx="8187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DIVISIBILITY SHORTCUT /DIGITAL ROOT METHOD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27600" y="930575"/>
            <a:ext cx="75957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2: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1. All even numbers are divisible by 2. E.g., all numbers ending in 0, 2, 4, 6, or 8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3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Add up all the digits in the number.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Find out what the sum is. If the sum is divisible by 3, so is the number.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example: 12123 (1+2+1+2+3=9) 9 is divisible by 3, therefore 12123 is too!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06125" y="889400"/>
            <a:ext cx="7595700" cy="418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4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Are the last two digits in your number divisible by 4?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so, the number is too!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:is  358912 divisible by 4?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ends in 12 which is divisible by 4, and so is 358912.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5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Numbers ending in 5 or 0 are always divisible by 5.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6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number is divisible by 2 and 3, it is also divisible by 6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327600" y="930575"/>
            <a:ext cx="75957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7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Take the last digit in a number.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 and subtract the last digit in your number from the rest of the digits.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Repeat the process for larger numbers.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1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Take 357. Double the 7 to get 14. Subtract 14 from 35 to get 21, which is divisible by 7, and we can now say that 357 is divisible by 7.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327600" y="826750"/>
            <a:ext cx="7595700" cy="324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8</a:t>
            </a:r>
            <a:endParaRPr b="1" i="0" sz="1800" u="sng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If the last 3 digits are divisible by 8, so is the entire number is divisble by 8.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400"/>
              <a:buFont typeface="Arial"/>
              <a:buAutoNum type="arabicPeriod"/>
            </a:pPr>
            <a:r>
              <a:rPr b="1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GB" sz="1400" u="none" cap="none" strike="noStrike">
                <a:solidFill>
                  <a:srgbClr val="2828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6008. The last 3 digits are divisible by 8, meaning 6008 is as well</a:t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28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327600" y="930575"/>
            <a:ext cx="75957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9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Almost the same rule and dividing by 3. Add up all the digits in the number.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Find out what the sum is. If the sum is divisible by 9, so is the number.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example: 43785 (4+3+7+8+5=27) 27 is divisible by 9, therefore 43785 is too!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10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6223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number ends in a 0, it is divisible by 10.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327600" y="930575"/>
            <a:ext cx="7595700" cy="330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11: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sum of the digits in the even places and the sum of the digits in the odd places.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differences between the two sums is 0 or a multiple of 11, then the given number would be divisible by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 72545.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Digits in odd places - 7,5,5. Sum of these digits is 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Digits in even places - 2,4. Sum of these 2 digits is 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Difference between both the sums = 17 - 6 = 11.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Thus sum is divisible by ,Hence 72545 would be divisible by 11.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327600" y="930575"/>
            <a:ext cx="7595700" cy="330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12: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is divisible by 4 &amp; 3,it is also divisible by 12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13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Divisibility of 13 is similar to the method 2 mentioned in divisibility of 7. Assume a number abcdefghij. In this method, the number is divided into blocks of 3 digits each beginning from the right, i.e. a | bcd | efg | hij and alternate blocks are added to give two number N1 = a + efg and N2 = bcd + hij. If the difference of the numbers N1 and N2, i.e. N1 - N2 is divisible by 13, then the number abcdefghij is divisible by 13 too.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example, 6517739020 → 6 | 517 | 739 | 020 → N1 = 745 and N2 = 537 → N1 - N2 = 208 which is divisible by 13.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Divisibility rules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327600" y="930575"/>
            <a:ext cx="7595700" cy="3307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14: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is divisible by 7 &amp; 2,it is also divisible by 14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15: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is divisible by 5 &amp; 3,it is also divisible by 15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sng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Dividing by 16:</a:t>
            </a:r>
            <a:endParaRPr b="1" i="0" sz="18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If the last 4 digits are divisible by 16, so is the entire number is divisible by 16.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sng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Which digits should come in place of * and $ if the number 4675*2$ is divisible by both 5 &amp; 8?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4,0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4,5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1,0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8,0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76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Since the given number is divisible by 5, 0 or 5 must come in place of $. But a number ending with 5 is never divisible with 8 because a divisible number must be even. Therefore 0 will replace $. If the number is divisible by 8, the number formed by last three digits must be divisible by 8. The number *20 must be divisible by 8. Among all 4 options, only placing 1 in place of * makes it divisible by 8.</a:t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533400" marR="76200" rtl="0" algn="l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3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largest 4 digit number exactly divisible by 5, 6 and 7 is: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9980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9870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9540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9640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B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4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required number must be divisible by L.C.M. of 5,6 and 7.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L.C.M. of 5, 6 and 7 = 5 x 6 x 7 = 210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Let us divide 9999 by 210.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210) 9999 (47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840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----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1599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1470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----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129     Required number = 9999 – 129 = 9870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5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should be the value of * in 985*865, if number is divisible by 9?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6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33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a number is divisible by 9, the sum of digits is also divisible by 9</a:t>
            </a:r>
            <a:endParaRPr b="0" i="0" sz="1400" u="none" cap="none" strike="noStrike">
              <a:solidFill>
                <a:srgbClr val="0033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 + 8 + 5 + * + 8 + 6 + 5 = 9x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41 + * = 9x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Nearest value of 9x must be 45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41 + * = 45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01600" marR="101600" rtl="0" algn="l">
              <a:lnSpc>
                <a:spcPct val="158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* = 4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7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Sol. LCM of 4, 5 and 6 = 60 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Quotient on dividing 800 by 60 = 13 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Quotient on dividing 400 by 60 = 6 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∴ Required answer = 13 – 6 = 7 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LCM of 4, 5 and 6 = 60. (or)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first number divisible by 60 between 400 is 420 and the last one is 780.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can treat it as an AP to get the number of multiples of 60 as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Tn = a+(n-1)d, or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780 = 420 + (n-1)*60, or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360 = (n-1)*60, or n-1 = 6 So n = 7. There are 7 numbers between 400 and 800 that are divisible by 60 or 4, 5 and 6.</a:t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8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value of M and N respectively? If M39048458N is divisible by 8 and 11; where M and N are single digit integers?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7, 8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8, 6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6, 4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5, 4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9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Test of Divisibility by 8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If the last three digits of a number are divisible by 8, then the number is divisible by 8.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Here, last three digits 58N are divisible by 8 if N = 4 because 584 is divisible by 8.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Test of Divisibility by 11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digits at odd and even places of a given number are equal or differ by a number divisible by 11, then the given number is divisible by 11.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Therefore, (M + 9 + 4 + 4 + 8) - (3 + 0 + 8 + 5 + N) = (M + 5) should be divisible by 11; this condition is satisfied when M = 6.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smallest number that should be added to 27452 to make it exactly divisible by 9?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  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7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  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a number is divisible by 9, then the sum of its digits must be a multiple of 9.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Here, 2+7+4+5+2=20, the next multiple of 9 is 27.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7 must be added to 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27452</a:t>
            </a: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 make it divisible by 9.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missing digit which makes the number 9724* exactly divisible by 6?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2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5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6        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A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3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Divisibility by 6 requires that the number be divisible by 2 as well as 3, i.e., the following 2 conditions must be met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i) Unit digit be Zero or even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ii) Sum of digits be divisible by 3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given number is 9724*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Sum of the digits =(9 +7 +2 +4 +*) =22+*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digit which on being added to 22 will give the sum divisible by 3 are 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(22+2) =24 and (22 +5)=7.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 and 7 satisfy the condition ii.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blank space is at unit's place. So the missing digit must satisfy the condition (i) also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Out of 2 and 5, only 2 is even.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4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least value of x such that 7648x is divisible by 11?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    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UcPeriod"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  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number is divisible by 11 when the difference between the sum of digits at even places and at odd places is 0 or multiple of 11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given number is 7648x.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(Sum of digits at EVEN places) – (sum of digits at ODD places)=0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      (6 + 8 )	    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( X + 7 + 4 )                 = 0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             14            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( X + 11 )                  = 0   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	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Here the value of x must be 3.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So, the least value of x is 3.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6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If the number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46490#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exactly divisible by 72,then the minimum value of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#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is?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A. 8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B. 7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C. 1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D. 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7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Split 72 into co-primes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i.e. 72 = 8 x 9,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are co-primes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is divisible by both 8 &amp; 9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(4 + 6 + 4 + 9 + 0 + #) = 23 + #, least number of # is 4, 27 is divisible by 9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Last three digit now becomes 904 which is divisible by 8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 that value of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# = 4</a:t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l">
              <a:lnSpc>
                <a:spcPct val="2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8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product 3252 * 9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 is divisible by 12, the value of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is: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A. 8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B. 5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C. 2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D. 1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D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9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Split 12 into co-primes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i.e. 12 = 3 x 4,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are co-primes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should be divisible by both 3 &amp; 4. Clearly the number 3252 is divisible by 4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 9P2 must be divisible by 3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 (9 + P + 2) = 11 + P, least value of P is 1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number 12 is divisible by 3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i.e. value of </a:t>
            </a:r>
            <a:r>
              <a:rPr b="1" i="0" lang="en-GB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 = 1</a:t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190500" rtl="0" algn="l">
              <a:lnSpc>
                <a:spcPct val="20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0"/>
          <p:cNvPicPr preferRelativeResize="0"/>
          <p:nvPr/>
        </p:nvPicPr>
        <p:blipFill rotWithShape="1">
          <a:blip r:embed="rId3">
            <a:alphaModFix/>
          </a:blip>
          <a:srcRect b="51129" l="41240" r="-23987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0"/>
          <p:cNvSpPr txBox="1"/>
          <p:nvPr/>
        </p:nvSpPr>
        <p:spPr>
          <a:xfrm>
            <a:off x="3155925" y="2041275"/>
            <a:ext cx="7338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GB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