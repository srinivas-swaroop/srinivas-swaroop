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3"/>
    <p:sldMasterId id="2147483673" r:id="rId4"/>
    <p:sldMasterId id="2147483682" r:id="rId5"/>
  </p:sldMasterIdLst>
  <p:notesMasterIdLst>
    <p:notesMasterId r:id="rId7"/>
  </p:notesMasterIdLst>
  <p:sldIdLst>
    <p:sldId id="256" r:id="rId6"/>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9144000" cy="5143500"/>
  <p:notesSz cx="6858000" cy="9144000"/>
  <p:embeddedFontLst>
    <p:embeddedFont>
      <p:font typeface="Roboto" panose="02000000000000000000"/>
      <p:regular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267D0F0-C001-4C77-8537-82636AA86F2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pos="2222"/>
        <p:guide orient="horz" pos="2755"/>
        <p:guide orient="horz" pos="776"/>
        <p:guide pos="206"/>
        <p:guide pos="5553"/>
        <p:guide orient="horz" pos="914"/>
        <p:guide orient="horz" pos="2451"/>
        <p:guide pos="871"/>
        <p:guide pos="2880"/>
        <p:guide pos="4909"/>
        <p:guide orient="horz" pos="2193"/>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2" Type="http://schemas.openxmlformats.org/officeDocument/2006/relationships/font" Target="fonts/font3.fntdata"/><Relationship Id="rId51" Type="http://schemas.openxmlformats.org/officeDocument/2006/relationships/font" Target="fonts/font2.fntdata"/><Relationship Id="rId50" Type="http://schemas.openxmlformats.org/officeDocument/2006/relationships/font" Target="fonts/font1.fntdata"/><Relationship Id="rId5" Type="http://schemas.openxmlformats.org/officeDocument/2006/relationships/slideMaster" Target="slideMasters/slideMaster4.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g156ec278577_0_10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156ec278577_0_10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g156ec278577_0_10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156ec278577_0_10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g156ec278577_0_11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0" name="Google Shape;180;g156ec278577_0_1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g156ec278577_0_26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156ec278577_0_26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g156ec278577_0_3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156ec278577_0_3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 name="Shape 204"/>
        <p:cNvGrpSpPr/>
        <p:nvPr/>
      </p:nvGrpSpPr>
      <p:grpSpPr>
        <a:xfrm>
          <a:off x="0" y="0"/>
          <a:ext cx="0" cy="0"/>
          <a:chOff x="0" y="0"/>
          <a:chExt cx="0" cy="0"/>
        </a:xfrm>
      </p:grpSpPr>
      <p:sp>
        <p:nvSpPr>
          <p:cNvPr id="205" name="Google Shape;205;g156ec278577_0_32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g156ec278577_0_32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 name="Shape 212"/>
        <p:cNvGrpSpPr/>
        <p:nvPr/>
      </p:nvGrpSpPr>
      <p:grpSpPr>
        <a:xfrm>
          <a:off x="0" y="0"/>
          <a:ext cx="0" cy="0"/>
          <a:chOff x="0" y="0"/>
          <a:chExt cx="0" cy="0"/>
        </a:xfrm>
      </p:grpSpPr>
      <p:sp>
        <p:nvSpPr>
          <p:cNvPr id="213" name="Google Shape;213;g156ec278577_0_3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156ec278577_0_33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0" name="Shape 220"/>
        <p:cNvGrpSpPr/>
        <p:nvPr/>
      </p:nvGrpSpPr>
      <p:grpSpPr>
        <a:xfrm>
          <a:off x="0" y="0"/>
          <a:ext cx="0" cy="0"/>
          <a:chOff x="0" y="0"/>
          <a:chExt cx="0" cy="0"/>
        </a:xfrm>
      </p:grpSpPr>
      <p:sp>
        <p:nvSpPr>
          <p:cNvPr id="221" name="Google Shape;221;g156ec278577_0_3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156ec278577_0_34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8" name="Shape 228"/>
        <p:cNvGrpSpPr/>
        <p:nvPr/>
      </p:nvGrpSpPr>
      <p:grpSpPr>
        <a:xfrm>
          <a:off x="0" y="0"/>
          <a:ext cx="0" cy="0"/>
          <a:chOff x="0" y="0"/>
          <a:chExt cx="0" cy="0"/>
        </a:xfrm>
      </p:grpSpPr>
      <p:sp>
        <p:nvSpPr>
          <p:cNvPr id="229" name="Google Shape;229;g156ec278577_0_39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0" name="Google Shape;230;g156ec278577_0_39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 name="Shape 237"/>
        <p:cNvGrpSpPr/>
        <p:nvPr/>
      </p:nvGrpSpPr>
      <p:grpSpPr>
        <a:xfrm>
          <a:off x="0" y="0"/>
          <a:ext cx="0" cy="0"/>
          <a:chOff x="0" y="0"/>
          <a:chExt cx="0" cy="0"/>
        </a:xfrm>
      </p:grpSpPr>
      <p:sp>
        <p:nvSpPr>
          <p:cNvPr id="238" name="Google Shape;238;g156ec278577_0_53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9" name="Google Shape;239;g156ec278577_0_53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6" name="Shape 246"/>
        <p:cNvGrpSpPr/>
        <p:nvPr/>
      </p:nvGrpSpPr>
      <p:grpSpPr>
        <a:xfrm>
          <a:off x="0" y="0"/>
          <a:ext cx="0" cy="0"/>
          <a:chOff x="0" y="0"/>
          <a:chExt cx="0" cy="0"/>
        </a:xfrm>
      </p:grpSpPr>
      <p:sp>
        <p:nvSpPr>
          <p:cNvPr id="247" name="Google Shape;247;g156ec278577_0_52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g156ec278577_0_52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g156ec278577_0_48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g156ec278577_0_48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4" name="Shape 264"/>
        <p:cNvGrpSpPr/>
        <p:nvPr/>
      </p:nvGrpSpPr>
      <p:grpSpPr>
        <a:xfrm>
          <a:off x="0" y="0"/>
          <a:ext cx="0" cy="0"/>
          <a:chOff x="0" y="0"/>
          <a:chExt cx="0" cy="0"/>
        </a:xfrm>
      </p:grpSpPr>
      <p:sp>
        <p:nvSpPr>
          <p:cNvPr id="265" name="Google Shape;265;g156ec278577_0_54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6" name="Google Shape;266;g156ec278577_0_54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3" name="Shape 273"/>
        <p:cNvGrpSpPr/>
        <p:nvPr/>
      </p:nvGrpSpPr>
      <p:grpSpPr>
        <a:xfrm>
          <a:off x="0" y="0"/>
          <a:ext cx="0" cy="0"/>
          <a:chOff x="0" y="0"/>
          <a:chExt cx="0" cy="0"/>
        </a:xfrm>
      </p:grpSpPr>
      <p:sp>
        <p:nvSpPr>
          <p:cNvPr id="274" name="Google Shape;274;g156ec278577_0_55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g156ec278577_0_55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 name="Shape 282"/>
        <p:cNvGrpSpPr/>
        <p:nvPr/>
      </p:nvGrpSpPr>
      <p:grpSpPr>
        <a:xfrm>
          <a:off x="0" y="0"/>
          <a:ext cx="0" cy="0"/>
          <a:chOff x="0" y="0"/>
          <a:chExt cx="0" cy="0"/>
        </a:xfrm>
      </p:grpSpPr>
      <p:sp>
        <p:nvSpPr>
          <p:cNvPr id="283" name="Google Shape;283;g156ec278577_0_55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g156ec278577_0_55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1" name="Shape 291"/>
        <p:cNvGrpSpPr/>
        <p:nvPr/>
      </p:nvGrpSpPr>
      <p:grpSpPr>
        <a:xfrm>
          <a:off x="0" y="0"/>
          <a:ext cx="0" cy="0"/>
          <a:chOff x="0" y="0"/>
          <a:chExt cx="0" cy="0"/>
        </a:xfrm>
      </p:grpSpPr>
      <p:sp>
        <p:nvSpPr>
          <p:cNvPr id="292" name="Google Shape;292;g156ec278577_0_56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3" name="Google Shape;293;g156ec278577_0_56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300"/>
        <p:cNvGrpSpPr/>
        <p:nvPr/>
      </p:nvGrpSpPr>
      <p:grpSpPr>
        <a:xfrm>
          <a:off x="0" y="0"/>
          <a:ext cx="0" cy="0"/>
          <a:chOff x="0" y="0"/>
          <a:chExt cx="0" cy="0"/>
        </a:xfrm>
      </p:grpSpPr>
      <p:sp>
        <p:nvSpPr>
          <p:cNvPr id="301" name="Google Shape;301;g156ec278577_0_57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g156ec278577_0_57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9" name="Shape 309"/>
        <p:cNvGrpSpPr/>
        <p:nvPr/>
      </p:nvGrpSpPr>
      <p:grpSpPr>
        <a:xfrm>
          <a:off x="0" y="0"/>
          <a:ext cx="0" cy="0"/>
          <a:chOff x="0" y="0"/>
          <a:chExt cx="0" cy="0"/>
        </a:xfrm>
      </p:grpSpPr>
      <p:sp>
        <p:nvSpPr>
          <p:cNvPr id="310" name="Google Shape;310;g156ec278577_0_58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g156ec278577_0_58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8" name="Shape 318"/>
        <p:cNvGrpSpPr/>
        <p:nvPr/>
      </p:nvGrpSpPr>
      <p:grpSpPr>
        <a:xfrm>
          <a:off x="0" y="0"/>
          <a:ext cx="0" cy="0"/>
          <a:chOff x="0" y="0"/>
          <a:chExt cx="0" cy="0"/>
        </a:xfrm>
      </p:grpSpPr>
      <p:sp>
        <p:nvSpPr>
          <p:cNvPr id="319" name="Google Shape;319;g156ec278577_0_59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g156ec278577_0_59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7" name="Shape 327"/>
        <p:cNvGrpSpPr/>
        <p:nvPr/>
      </p:nvGrpSpPr>
      <p:grpSpPr>
        <a:xfrm>
          <a:off x="0" y="0"/>
          <a:ext cx="0" cy="0"/>
          <a:chOff x="0" y="0"/>
          <a:chExt cx="0" cy="0"/>
        </a:xfrm>
      </p:grpSpPr>
      <p:sp>
        <p:nvSpPr>
          <p:cNvPr id="328" name="Google Shape;328;g156ec278577_0_59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9" name="Google Shape;329;g156ec278577_0_59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6" name="Shape 336"/>
        <p:cNvGrpSpPr/>
        <p:nvPr/>
      </p:nvGrpSpPr>
      <p:grpSpPr>
        <a:xfrm>
          <a:off x="0" y="0"/>
          <a:ext cx="0" cy="0"/>
          <a:chOff x="0" y="0"/>
          <a:chExt cx="0" cy="0"/>
        </a:xfrm>
      </p:grpSpPr>
      <p:sp>
        <p:nvSpPr>
          <p:cNvPr id="337" name="Google Shape;337;g156ec278577_0_60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g156ec278577_0_60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5" name="Shape 345"/>
        <p:cNvGrpSpPr/>
        <p:nvPr/>
      </p:nvGrpSpPr>
      <p:grpSpPr>
        <a:xfrm>
          <a:off x="0" y="0"/>
          <a:ext cx="0" cy="0"/>
          <a:chOff x="0" y="0"/>
          <a:chExt cx="0" cy="0"/>
        </a:xfrm>
      </p:grpSpPr>
      <p:sp>
        <p:nvSpPr>
          <p:cNvPr id="346" name="Google Shape;346;g156ec278577_0_61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7" name="Google Shape;347;g156ec278577_0_61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4" name="Shape 354"/>
        <p:cNvGrpSpPr/>
        <p:nvPr/>
      </p:nvGrpSpPr>
      <p:grpSpPr>
        <a:xfrm>
          <a:off x="0" y="0"/>
          <a:ext cx="0" cy="0"/>
          <a:chOff x="0" y="0"/>
          <a:chExt cx="0" cy="0"/>
        </a:xfrm>
      </p:grpSpPr>
      <p:sp>
        <p:nvSpPr>
          <p:cNvPr id="355" name="Google Shape;355;g156ec278577_0_62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6" name="Google Shape;356;g156ec278577_0_6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3" name="Shape 363"/>
        <p:cNvGrpSpPr/>
        <p:nvPr/>
      </p:nvGrpSpPr>
      <p:grpSpPr>
        <a:xfrm>
          <a:off x="0" y="0"/>
          <a:ext cx="0" cy="0"/>
          <a:chOff x="0" y="0"/>
          <a:chExt cx="0" cy="0"/>
        </a:xfrm>
      </p:grpSpPr>
      <p:sp>
        <p:nvSpPr>
          <p:cNvPr id="364" name="Google Shape;364;g156ec278577_0_63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5" name="Google Shape;365;g156ec278577_0_63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2" name="Shape 372"/>
        <p:cNvGrpSpPr/>
        <p:nvPr/>
      </p:nvGrpSpPr>
      <p:grpSpPr>
        <a:xfrm>
          <a:off x="0" y="0"/>
          <a:ext cx="0" cy="0"/>
          <a:chOff x="0" y="0"/>
          <a:chExt cx="0" cy="0"/>
        </a:xfrm>
      </p:grpSpPr>
      <p:sp>
        <p:nvSpPr>
          <p:cNvPr id="373" name="Google Shape;373;g156ec278577_0_63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g156ec278577_0_63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1" name="Shape 381"/>
        <p:cNvGrpSpPr/>
        <p:nvPr/>
      </p:nvGrpSpPr>
      <p:grpSpPr>
        <a:xfrm>
          <a:off x="0" y="0"/>
          <a:ext cx="0" cy="0"/>
          <a:chOff x="0" y="0"/>
          <a:chExt cx="0" cy="0"/>
        </a:xfrm>
      </p:grpSpPr>
      <p:sp>
        <p:nvSpPr>
          <p:cNvPr id="382" name="Google Shape;382;g156ec278577_0_64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3" name="Google Shape;383;g156ec278577_0_64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0" name="Shape 390"/>
        <p:cNvGrpSpPr/>
        <p:nvPr/>
      </p:nvGrpSpPr>
      <p:grpSpPr>
        <a:xfrm>
          <a:off x="0" y="0"/>
          <a:ext cx="0" cy="0"/>
          <a:chOff x="0" y="0"/>
          <a:chExt cx="0" cy="0"/>
        </a:xfrm>
      </p:grpSpPr>
      <p:sp>
        <p:nvSpPr>
          <p:cNvPr id="391" name="Google Shape;391;g156ec278577_0_65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2" name="Google Shape;392;g156ec278577_0_65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9" name="Shape 399"/>
        <p:cNvGrpSpPr/>
        <p:nvPr/>
      </p:nvGrpSpPr>
      <p:grpSpPr>
        <a:xfrm>
          <a:off x="0" y="0"/>
          <a:ext cx="0" cy="0"/>
          <a:chOff x="0" y="0"/>
          <a:chExt cx="0" cy="0"/>
        </a:xfrm>
      </p:grpSpPr>
      <p:sp>
        <p:nvSpPr>
          <p:cNvPr id="400" name="Google Shape;400;g156ec278577_0_66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156ec278577_0_66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8" name="Shape 408"/>
        <p:cNvGrpSpPr/>
        <p:nvPr/>
      </p:nvGrpSpPr>
      <p:grpSpPr>
        <a:xfrm>
          <a:off x="0" y="0"/>
          <a:ext cx="0" cy="0"/>
          <a:chOff x="0" y="0"/>
          <a:chExt cx="0" cy="0"/>
        </a:xfrm>
      </p:grpSpPr>
      <p:sp>
        <p:nvSpPr>
          <p:cNvPr id="409" name="Google Shape;409;g156ec278577_0_67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0" name="Google Shape;410;g156ec278577_0_67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7" name="Shape 417"/>
        <p:cNvGrpSpPr/>
        <p:nvPr/>
      </p:nvGrpSpPr>
      <p:grpSpPr>
        <a:xfrm>
          <a:off x="0" y="0"/>
          <a:ext cx="0" cy="0"/>
          <a:chOff x="0" y="0"/>
          <a:chExt cx="0" cy="0"/>
        </a:xfrm>
      </p:grpSpPr>
      <p:sp>
        <p:nvSpPr>
          <p:cNvPr id="418" name="Google Shape;418;g156ec278577_0_67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9" name="Google Shape;419;g156ec278577_0_67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6" name="Shape 426"/>
        <p:cNvGrpSpPr/>
        <p:nvPr/>
      </p:nvGrpSpPr>
      <p:grpSpPr>
        <a:xfrm>
          <a:off x="0" y="0"/>
          <a:ext cx="0" cy="0"/>
          <a:chOff x="0" y="0"/>
          <a:chExt cx="0" cy="0"/>
        </a:xfrm>
      </p:grpSpPr>
      <p:sp>
        <p:nvSpPr>
          <p:cNvPr id="427" name="Google Shape;427;g156ec278577_0_68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g156ec278577_0_68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5" name="Shape 435"/>
        <p:cNvGrpSpPr/>
        <p:nvPr/>
      </p:nvGrpSpPr>
      <p:grpSpPr>
        <a:xfrm>
          <a:off x="0" y="0"/>
          <a:ext cx="0" cy="0"/>
          <a:chOff x="0" y="0"/>
          <a:chExt cx="0" cy="0"/>
        </a:xfrm>
      </p:grpSpPr>
      <p:sp>
        <p:nvSpPr>
          <p:cNvPr id="436" name="Google Shape;436;g156ec278577_0_69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7" name="Google Shape;437;g156ec278577_0_69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4" name="Shape 444"/>
        <p:cNvGrpSpPr/>
        <p:nvPr/>
      </p:nvGrpSpPr>
      <p:grpSpPr>
        <a:xfrm>
          <a:off x="0" y="0"/>
          <a:ext cx="0" cy="0"/>
          <a:chOff x="0" y="0"/>
          <a:chExt cx="0" cy="0"/>
        </a:xfrm>
      </p:grpSpPr>
      <p:sp>
        <p:nvSpPr>
          <p:cNvPr id="445" name="Google Shape;445;g156ec278577_0_70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g156ec278577_0_70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3" name="Shape 453"/>
        <p:cNvGrpSpPr/>
        <p:nvPr/>
      </p:nvGrpSpPr>
      <p:grpSpPr>
        <a:xfrm>
          <a:off x="0" y="0"/>
          <a:ext cx="0" cy="0"/>
          <a:chOff x="0" y="0"/>
          <a:chExt cx="0" cy="0"/>
        </a:xfrm>
      </p:grpSpPr>
      <p:sp>
        <p:nvSpPr>
          <p:cNvPr id="454" name="Google Shape;454;g156ec278577_0_71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g156ec278577_0_7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2" name="Shape 462"/>
        <p:cNvGrpSpPr/>
        <p:nvPr/>
      </p:nvGrpSpPr>
      <p:grpSpPr>
        <a:xfrm>
          <a:off x="0" y="0"/>
          <a:ext cx="0" cy="0"/>
          <a:chOff x="0" y="0"/>
          <a:chExt cx="0" cy="0"/>
        </a:xfrm>
      </p:grpSpPr>
      <p:sp>
        <p:nvSpPr>
          <p:cNvPr id="463" name="Google Shape;463;g156ec278577_0_71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4" name="Google Shape;464;g156ec278577_0_71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1" name="Shape 471"/>
        <p:cNvGrpSpPr/>
        <p:nvPr/>
      </p:nvGrpSpPr>
      <p:grpSpPr>
        <a:xfrm>
          <a:off x="0" y="0"/>
          <a:ext cx="0" cy="0"/>
          <a:chOff x="0" y="0"/>
          <a:chExt cx="0" cy="0"/>
        </a:xfrm>
      </p:grpSpPr>
      <p:sp>
        <p:nvSpPr>
          <p:cNvPr id="472" name="Google Shape;472;g156ec278577_0_72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3" name="Google Shape;473;g156ec278577_0_72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0" name="Shape 480"/>
        <p:cNvGrpSpPr/>
        <p:nvPr/>
      </p:nvGrpSpPr>
      <p:grpSpPr>
        <a:xfrm>
          <a:off x="0" y="0"/>
          <a:ext cx="0" cy="0"/>
          <a:chOff x="0" y="0"/>
          <a:chExt cx="0" cy="0"/>
        </a:xfrm>
      </p:grpSpPr>
      <p:sp>
        <p:nvSpPr>
          <p:cNvPr id="481" name="Google Shape;481;g156ec278577_0_73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g156ec278577_0_73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9" name="Shape 489"/>
        <p:cNvGrpSpPr/>
        <p:nvPr/>
      </p:nvGrpSpPr>
      <p:grpSpPr>
        <a:xfrm>
          <a:off x="0" y="0"/>
          <a:ext cx="0" cy="0"/>
          <a:chOff x="0" y="0"/>
          <a:chExt cx="0" cy="0"/>
        </a:xfrm>
      </p:grpSpPr>
      <p:sp>
        <p:nvSpPr>
          <p:cNvPr id="490" name="Google Shape;490;g156ec278577_0_74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1" name="Google Shape;491;g156ec278577_0_74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8" name="Shape 498"/>
        <p:cNvGrpSpPr/>
        <p:nvPr/>
      </p:nvGrpSpPr>
      <p:grpSpPr>
        <a:xfrm>
          <a:off x="0" y="0"/>
          <a:ext cx="0" cy="0"/>
          <a:chOff x="0" y="0"/>
          <a:chExt cx="0" cy="0"/>
        </a:xfrm>
      </p:grpSpPr>
      <p:sp>
        <p:nvSpPr>
          <p:cNvPr id="499" name="Google Shape;499;g156ec278577_0_75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0" name="Google Shape;500;g156ec278577_0_75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158750" lvl="0" indent="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7" name="Shape 507"/>
        <p:cNvGrpSpPr/>
        <p:nvPr/>
      </p:nvGrpSpPr>
      <p:grpSpPr>
        <a:xfrm>
          <a:off x="0" y="0"/>
          <a:ext cx="0" cy="0"/>
          <a:chOff x="0" y="0"/>
          <a:chExt cx="0" cy="0"/>
        </a:xfrm>
      </p:grpSpPr>
      <p:sp>
        <p:nvSpPr>
          <p:cNvPr id="508" name="Google Shape;508;g156ec278577_0_75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9" name="Google Shape;509;g156ec278577_0_75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0" name="Shape 10"/>
        <p:cNvGrpSpPr/>
        <p:nvPr/>
      </p:nvGrpSpPr>
      <p:grpSpPr>
        <a:xfrm>
          <a:off x="0" y="0"/>
          <a:ext cx="0" cy="0"/>
          <a:chOff x="0" y="0"/>
          <a:chExt cx="0" cy="0"/>
        </a:xfrm>
      </p:grpSpPr>
      <p:sp>
        <p:nvSpPr>
          <p:cNvPr id="11" name="Google Shape;11;p41"/>
          <p:cNvSpPr txBox="1"/>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 name="Google Shape;12;p4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3" name="Shape 13"/>
        <p:cNvGrpSpPr/>
        <p:nvPr/>
      </p:nvGrpSpPr>
      <p:grpSpPr>
        <a:xfrm>
          <a:off x="0" y="0"/>
          <a:ext cx="0" cy="0"/>
          <a:chOff x="0" y="0"/>
          <a:chExt cx="0" cy="0"/>
        </a:xfrm>
      </p:grpSpPr>
      <p:sp>
        <p:nvSpPr>
          <p:cNvPr id="14" name="Google Shape;14;p42"/>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2"/>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p:txBody>
      </p:sp>
      <p:sp>
        <p:nvSpPr>
          <p:cNvPr id="16" name="Google Shape;16;p4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7" name="Shape 17"/>
        <p:cNvGrpSpPr/>
        <p:nvPr/>
      </p:nvGrpSpPr>
      <p:grpSpPr>
        <a:xfrm>
          <a:off x="0" y="0"/>
          <a:ext cx="0" cy="0"/>
          <a:chOff x="0" y="0"/>
          <a:chExt cx="0" cy="0"/>
        </a:xfrm>
      </p:grpSpPr>
      <p:sp>
        <p:nvSpPr>
          <p:cNvPr id="18" name="Google Shape;18;p43"/>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43"/>
          <p:cNvSpPr txBox="1"/>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20" name="Google Shape;20;p43"/>
          <p:cNvSpPr txBox="1"/>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21" name="Google Shape;21;p4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2" name="Shape 22"/>
        <p:cNvGrpSpPr/>
        <p:nvPr/>
      </p:nvGrpSpPr>
      <p:grpSpPr>
        <a:xfrm>
          <a:off x="0" y="0"/>
          <a:ext cx="0" cy="0"/>
          <a:chOff x="0" y="0"/>
          <a:chExt cx="0" cy="0"/>
        </a:xfrm>
      </p:grpSpPr>
      <p:sp>
        <p:nvSpPr>
          <p:cNvPr id="23" name="Google Shape;23;p44"/>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4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5" name="Shape 25"/>
        <p:cNvGrpSpPr/>
        <p:nvPr/>
      </p:nvGrpSpPr>
      <p:grpSpPr>
        <a:xfrm>
          <a:off x="0" y="0"/>
          <a:ext cx="0" cy="0"/>
          <a:chOff x="0" y="0"/>
          <a:chExt cx="0" cy="0"/>
        </a:xfrm>
      </p:grpSpPr>
      <p:sp>
        <p:nvSpPr>
          <p:cNvPr id="26" name="Google Shape;26;p45"/>
          <p:cNvSpPr txBox="1"/>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7" name="Google Shape;27;p45"/>
          <p:cNvSpPr txBox="1"/>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28" name="Google Shape;28;p4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29" name="Shape 29"/>
        <p:cNvGrpSpPr/>
        <p:nvPr/>
      </p:nvGrpSpPr>
      <p:grpSpPr>
        <a:xfrm>
          <a:off x="0" y="0"/>
          <a:ext cx="0" cy="0"/>
          <a:chOff x="0" y="0"/>
          <a:chExt cx="0" cy="0"/>
        </a:xfrm>
      </p:grpSpPr>
      <p:sp>
        <p:nvSpPr>
          <p:cNvPr id="30" name="Google Shape;30;p46"/>
          <p:cNvSpPr txBox="1"/>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1" name="Google Shape;31;p46"/>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4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34;p47"/>
          <p:cNvSpPr txBox="1"/>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5" name="Google Shape;35;p47"/>
          <p:cNvSpPr txBox="1"/>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47"/>
          <p:cNvSpPr txBox="1"/>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p:txBody>
      </p:sp>
      <p:sp>
        <p:nvSpPr>
          <p:cNvPr id="37" name="Google Shape;37;p4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38" name="Shape 38"/>
        <p:cNvGrpSpPr/>
        <p:nvPr/>
      </p:nvGrpSpPr>
      <p:grpSpPr>
        <a:xfrm>
          <a:off x="0" y="0"/>
          <a:ext cx="0" cy="0"/>
          <a:chOff x="0" y="0"/>
          <a:chExt cx="0" cy="0"/>
        </a:xfrm>
      </p:grpSpPr>
      <p:sp>
        <p:nvSpPr>
          <p:cNvPr id="39" name="Google Shape;39;p48"/>
          <p:cNvSpPr txBox="1"/>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p:txBody>
      </p:sp>
      <p:sp>
        <p:nvSpPr>
          <p:cNvPr id="40" name="Google Shape;40;p4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1" name="Shape 41"/>
        <p:cNvGrpSpPr/>
        <p:nvPr/>
      </p:nvGrpSpPr>
      <p:grpSpPr>
        <a:xfrm>
          <a:off x="0" y="0"/>
          <a:ext cx="0" cy="0"/>
          <a:chOff x="0" y="0"/>
          <a:chExt cx="0" cy="0"/>
        </a:xfrm>
      </p:grpSpPr>
      <p:sp>
        <p:nvSpPr>
          <p:cNvPr id="42" name="Google Shape;42;p49"/>
          <p:cNvSpPr txBox="1"/>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49"/>
          <p:cNvSpPr txBox="1"/>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p:txBody>
      </p:sp>
      <p:sp>
        <p:nvSpPr>
          <p:cNvPr id="44" name="Google Shape;44;p4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5" name="Shape 45"/>
        <p:cNvGrpSpPr/>
        <p:nvPr/>
      </p:nvGrpSpPr>
      <p:grpSpPr>
        <a:xfrm>
          <a:off x="0" y="0"/>
          <a:ext cx="0" cy="0"/>
          <a:chOff x="0" y="0"/>
          <a:chExt cx="0" cy="0"/>
        </a:xfrm>
      </p:grpSpPr>
      <p:sp>
        <p:nvSpPr>
          <p:cNvPr id="46" name="Google Shape;46;p5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47" name="Shape 47"/>
        <p:cNvGrpSpPr/>
        <p:nvPr/>
      </p:nvGrpSpPr>
      <p:grpSpPr>
        <a:xfrm>
          <a:off x="0" y="0"/>
          <a:ext cx="0" cy="0"/>
          <a:chOff x="0" y="0"/>
          <a:chExt cx="0" cy="0"/>
        </a:xfrm>
      </p:grpSpPr>
      <p:sp>
        <p:nvSpPr>
          <p:cNvPr id="48" name="Google Shape;48;g156ec278577_0_204"/>
          <p:cNvSpPr txBox="1"/>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p:txBody>
      </p:sp>
      <p:sp>
        <p:nvSpPr>
          <p:cNvPr id="49" name="Google Shape;49;g156ec278577_0_204"/>
          <p:cNvSpPr txBox="1"/>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50" name="Google Shape;50;g156ec278577_0_20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55" name="Shape 55"/>
        <p:cNvGrpSpPr/>
        <p:nvPr/>
      </p:nvGrpSpPr>
      <p:grpSpPr>
        <a:xfrm>
          <a:off x="0" y="0"/>
          <a:ext cx="0" cy="0"/>
          <a:chOff x="0" y="0"/>
          <a:chExt cx="0" cy="0"/>
        </a:xfrm>
      </p:grpSpPr>
      <p:sp>
        <p:nvSpPr>
          <p:cNvPr id="56" name="Google Shape;56;g156ec278577_0_278"/>
          <p:cNvSpPr txBox="1"/>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p:txBody>
      </p:sp>
      <p:sp>
        <p:nvSpPr>
          <p:cNvPr id="57" name="Google Shape;57;g156ec278577_0_278"/>
          <p:cNvSpPr txBox="1"/>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58" name="Google Shape;58;g156ec278577_0_27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9" name="Shape 59"/>
        <p:cNvGrpSpPr/>
        <p:nvPr/>
      </p:nvGrpSpPr>
      <p:grpSpPr>
        <a:xfrm>
          <a:off x="0" y="0"/>
          <a:ext cx="0" cy="0"/>
          <a:chOff x="0" y="0"/>
          <a:chExt cx="0" cy="0"/>
        </a:xfrm>
      </p:grpSpPr>
      <p:sp>
        <p:nvSpPr>
          <p:cNvPr id="60" name="Google Shape;60;g156ec278577_0_282"/>
          <p:cNvSpPr txBox="1"/>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p:txBody>
      </p:sp>
      <p:sp>
        <p:nvSpPr>
          <p:cNvPr id="61" name="Google Shape;61;g156ec278577_0_28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2" name="Shape 62"/>
        <p:cNvGrpSpPr/>
        <p:nvPr/>
      </p:nvGrpSpPr>
      <p:grpSpPr>
        <a:xfrm>
          <a:off x="0" y="0"/>
          <a:ext cx="0" cy="0"/>
          <a:chOff x="0" y="0"/>
          <a:chExt cx="0" cy="0"/>
        </a:xfrm>
      </p:grpSpPr>
      <p:sp>
        <p:nvSpPr>
          <p:cNvPr id="63" name="Google Shape;63;g156ec278577_0_285"/>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p:txBody>
      </p:sp>
      <p:sp>
        <p:nvSpPr>
          <p:cNvPr id="64" name="Google Shape;64;g156ec278577_0_285"/>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p:txBody>
      </p:sp>
      <p:sp>
        <p:nvSpPr>
          <p:cNvPr id="65" name="Google Shape;65;g156ec278577_0_28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66" name="Shape 66"/>
        <p:cNvGrpSpPr/>
        <p:nvPr/>
      </p:nvGrpSpPr>
      <p:grpSpPr>
        <a:xfrm>
          <a:off x="0" y="0"/>
          <a:ext cx="0" cy="0"/>
          <a:chOff x="0" y="0"/>
          <a:chExt cx="0" cy="0"/>
        </a:xfrm>
      </p:grpSpPr>
      <p:sp>
        <p:nvSpPr>
          <p:cNvPr id="67" name="Google Shape;67;g156ec278577_0_289"/>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p:txBody>
      </p:sp>
      <p:sp>
        <p:nvSpPr>
          <p:cNvPr id="68" name="Google Shape;68;g156ec278577_0_289"/>
          <p:cNvSpPr txBox="1"/>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p:txBody>
      </p:sp>
      <p:sp>
        <p:nvSpPr>
          <p:cNvPr id="69" name="Google Shape;69;g156ec278577_0_289"/>
          <p:cNvSpPr txBox="1"/>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p:txBody>
      </p:sp>
      <p:sp>
        <p:nvSpPr>
          <p:cNvPr id="70" name="Google Shape;70;g156ec278577_0_28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71" name="Shape 71"/>
        <p:cNvGrpSpPr/>
        <p:nvPr/>
      </p:nvGrpSpPr>
      <p:grpSpPr>
        <a:xfrm>
          <a:off x="0" y="0"/>
          <a:ext cx="0" cy="0"/>
          <a:chOff x="0" y="0"/>
          <a:chExt cx="0" cy="0"/>
        </a:xfrm>
      </p:grpSpPr>
      <p:sp>
        <p:nvSpPr>
          <p:cNvPr id="72" name="Google Shape;72;g156ec278577_0_294"/>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p:txBody>
      </p:sp>
      <p:sp>
        <p:nvSpPr>
          <p:cNvPr id="73" name="Google Shape;73;g156ec278577_0_29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74" name="Shape 74"/>
        <p:cNvGrpSpPr/>
        <p:nvPr/>
      </p:nvGrpSpPr>
      <p:grpSpPr>
        <a:xfrm>
          <a:off x="0" y="0"/>
          <a:ext cx="0" cy="0"/>
          <a:chOff x="0" y="0"/>
          <a:chExt cx="0" cy="0"/>
        </a:xfrm>
      </p:grpSpPr>
      <p:sp>
        <p:nvSpPr>
          <p:cNvPr id="75" name="Google Shape;75;g156ec278577_0_297"/>
          <p:cNvSpPr txBox="1"/>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rtl="0">
              <a:lnSpc>
                <a:spcPct val="100000"/>
              </a:lnSpc>
              <a:spcBef>
                <a:spcPts val="0"/>
              </a:spcBef>
              <a:spcAft>
                <a:spcPts val="0"/>
              </a:spcAft>
              <a:buSzPts val="2400"/>
              <a:buNone/>
              <a:defRPr sz="2400"/>
            </a:lvl1pPr>
            <a:lvl2pPr lvl="1" algn="l" rtl="0">
              <a:lnSpc>
                <a:spcPct val="100000"/>
              </a:lnSpc>
              <a:spcBef>
                <a:spcPts val="0"/>
              </a:spcBef>
              <a:spcAft>
                <a:spcPts val="0"/>
              </a:spcAft>
              <a:buSzPts val="2400"/>
              <a:buNone/>
              <a:defRPr sz="2400"/>
            </a:lvl2pPr>
            <a:lvl3pPr lvl="2" algn="l" rtl="0">
              <a:lnSpc>
                <a:spcPct val="100000"/>
              </a:lnSpc>
              <a:spcBef>
                <a:spcPts val="0"/>
              </a:spcBef>
              <a:spcAft>
                <a:spcPts val="0"/>
              </a:spcAft>
              <a:buSzPts val="2400"/>
              <a:buNone/>
              <a:defRPr sz="2400"/>
            </a:lvl3pPr>
            <a:lvl4pPr lvl="3" algn="l" rtl="0">
              <a:lnSpc>
                <a:spcPct val="100000"/>
              </a:lnSpc>
              <a:spcBef>
                <a:spcPts val="0"/>
              </a:spcBef>
              <a:spcAft>
                <a:spcPts val="0"/>
              </a:spcAft>
              <a:buSzPts val="2400"/>
              <a:buNone/>
              <a:defRPr sz="2400"/>
            </a:lvl4pPr>
            <a:lvl5pPr lvl="4" algn="l" rtl="0">
              <a:lnSpc>
                <a:spcPct val="100000"/>
              </a:lnSpc>
              <a:spcBef>
                <a:spcPts val="0"/>
              </a:spcBef>
              <a:spcAft>
                <a:spcPts val="0"/>
              </a:spcAft>
              <a:buSzPts val="2400"/>
              <a:buNone/>
              <a:defRPr sz="2400"/>
            </a:lvl5pPr>
            <a:lvl6pPr lvl="5" algn="l" rtl="0">
              <a:lnSpc>
                <a:spcPct val="100000"/>
              </a:lnSpc>
              <a:spcBef>
                <a:spcPts val="0"/>
              </a:spcBef>
              <a:spcAft>
                <a:spcPts val="0"/>
              </a:spcAft>
              <a:buSzPts val="2400"/>
              <a:buNone/>
              <a:defRPr sz="2400"/>
            </a:lvl6pPr>
            <a:lvl7pPr lvl="6" algn="l" rtl="0">
              <a:lnSpc>
                <a:spcPct val="100000"/>
              </a:lnSpc>
              <a:spcBef>
                <a:spcPts val="0"/>
              </a:spcBef>
              <a:spcAft>
                <a:spcPts val="0"/>
              </a:spcAft>
              <a:buSzPts val="2400"/>
              <a:buNone/>
              <a:defRPr sz="2400"/>
            </a:lvl7pPr>
            <a:lvl8pPr lvl="7" algn="l" rtl="0">
              <a:lnSpc>
                <a:spcPct val="100000"/>
              </a:lnSpc>
              <a:spcBef>
                <a:spcPts val="0"/>
              </a:spcBef>
              <a:spcAft>
                <a:spcPts val="0"/>
              </a:spcAft>
              <a:buSzPts val="2400"/>
              <a:buNone/>
              <a:defRPr sz="2400"/>
            </a:lvl8pPr>
            <a:lvl9pPr lvl="8" algn="l" rtl="0">
              <a:lnSpc>
                <a:spcPct val="100000"/>
              </a:lnSpc>
              <a:spcBef>
                <a:spcPts val="0"/>
              </a:spcBef>
              <a:spcAft>
                <a:spcPts val="0"/>
              </a:spcAft>
              <a:buSzPts val="2400"/>
              <a:buNone/>
              <a:defRPr sz="2400"/>
            </a:lvl9pPr>
          </a:lstStyle>
          <a:p/>
        </p:txBody>
      </p:sp>
      <p:sp>
        <p:nvSpPr>
          <p:cNvPr id="76" name="Google Shape;76;g156ec278577_0_297"/>
          <p:cNvSpPr txBox="1"/>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rtl="0">
              <a:lnSpc>
                <a:spcPct val="115000"/>
              </a:lnSpc>
              <a:spcBef>
                <a:spcPts val="0"/>
              </a:spcBef>
              <a:spcAft>
                <a:spcPts val="0"/>
              </a:spcAft>
              <a:buSzPts val="1200"/>
              <a:buChar char="●"/>
              <a:defRPr sz="1200"/>
            </a:lvl1pPr>
            <a:lvl2pPr marL="914400" lvl="1" indent="-304800" algn="l" rtl="0">
              <a:lnSpc>
                <a:spcPct val="115000"/>
              </a:lnSpc>
              <a:spcBef>
                <a:spcPts val="0"/>
              </a:spcBef>
              <a:spcAft>
                <a:spcPts val="0"/>
              </a:spcAft>
              <a:buSzPts val="1200"/>
              <a:buChar char="○"/>
              <a:defRPr sz="1200"/>
            </a:lvl2pPr>
            <a:lvl3pPr marL="1371600" lvl="2" indent="-304800" algn="l" rtl="0">
              <a:lnSpc>
                <a:spcPct val="115000"/>
              </a:lnSpc>
              <a:spcBef>
                <a:spcPts val="0"/>
              </a:spcBef>
              <a:spcAft>
                <a:spcPts val="0"/>
              </a:spcAft>
              <a:buSzPts val="1200"/>
              <a:buChar char="■"/>
              <a:defRPr sz="1200"/>
            </a:lvl3pPr>
            <a:lvl4pPr marL="1828800" lvl="3" indent="-304800" algn="l" rtl="0">
              <a:lnSpc>
                <a:spcPct val="115000"/>
              </a:lnSpc>
              <a:spcBef>
                <a:spcPts val="0"/>
              </a:spcBef>
              <a:spcAft>
                <a:spcPts val="0"/>
              </a:spcAft>
              <a:buSzPts val="1200"/>
              <a:buChar char="●"/>
              <a:defRPr sz="1200"/>
            </a:lvl4pPr>
            <a:lvl5pPr marL="2286000" lvl="4" indent="-304800" algn="l" rtl="0">
              <a:lnSpc>
                <a:spcPct val="115000"/>
              </a:lnSpc>
              <a:spcBef>
                <a:spcPts val="0"/>
              </a:spcBef>
              <a:spcAft>
                <a:spcPts val="0"/>
              </a:spcAft>
              <a:buSzPts val="1200"/>
              <a:buChar char="○"/>
              <a:defRPr sz="1200"/>
            </a:lvl5pPr>
            <a:lvl6pPr marL="2743200" lvl="5" indent="-304800" algn="l" rtl="0">
              <a:lnSpc>
                <a:spcPct val="115000"/>
              </a:lnSpc>
              <a:spcBef>
                <a:spcPts val="0"/>
              </a:spcBef>
              <a:spcAft>
                <a:spcPts val="0"/>
              </a:spcAft>
              <a:buSzPts val="1200"/>
              <a:buChar char="■"/>
              <a:defRPr sz="1200"/>
            </a:lvl6pPr>
            <a:lvl7pPr marL="3200400" lvl="6" indent="-304800" algn="l" rtl="0">
              <a:lnSpc>
                <a:spcPct val="115000"/>
              </a:lnSpc>
              <a:spcBef>
                <a:spcPts val="0"/>
              </a:spcBef>
              <a:spcAft>
                <a:spcPts val="0"/>
              </a:spcAft>
              <a:buSzPts val="1200"/>
              <a:buChar char="●"/>
              <a:defRPr sz="1200"/>
            </a:lvl7pPr>
            <a:lvl8pPr marL="3657600" lvl="7" indent="-304800" algn="l" rtl="0">
              <a:lnSpc>
                <a:spcPct val="115000"/>
              </a:lnSpc>
              <a:spcBef>
                <a:spcPts val="0"/>
              </a:spcBef>
              <a:spcAft>
                <a:spcPts val="0"/>
              </a:spcAft>
              <a:buSzPts val="1200"/>
              <a:buChar char="○"/>
              <a:defRPr sz="1200"/>
            </a:lvl8pPr>
            <a:lvl9pPr marL="4114800" lvl="8" indent="-304800" algn="l" rtl="0">
              <a:lnSpc>
                <a:spcPct val="115000"/>
              </a:lnSpc>
              <a:spcBef>
                <a:spcPts val="0"/>
              </a:spcBef>
              <a:spcAft>
                <a:spcPts val="0"/>
              </a:spcAft>
              <a:buSzPts val="1200"/>
              <a:buChar char="■"/>
              <a:defRPr sz="1200"/>
            </a:lvl9pPr>
          </a:lstStyle>
          <a:p/>
        </p:txBody>
      </p:sp>
      <p:sp>
        <p:nvSpPr>
          <p:cNvPr id="77" name="Google Shape;77;g156ec278577_0_29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78" name="Shape 78"/>
        <p:cNvGrpSpPr/>
        <p:nvPr/>
      </p:nvGrpSpPr>
      <p:grpSpPr>
        <a:xfrm>
          <a:off x="0" y="0"/>
          <a:ext cx="0" cy="0"/>
          <a:chOff x="0" y="0"/>
          <a:chExt cx="0" cy="0"/>
        </a:xfrm>
      </p:grpSpPr>
      <p:sp>
        <p:nvSpPr>
          <p:cNvPr id="79" name="Google Shape;79;g156ec278577_0_301"/>
          <p:cNvSpPr txBox="1"/>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p:txBody>
      </p:sp>
      <p:sp>
        <p:nvSpPr>
          <p:cNvPr id="80" name="Google Shape;80;g156ec278577_0_30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1" name="Shape 81"/>
        <p:cNvGrpSpPr/>
        <p:nvPr/>
      </p:nvGrpSpPr>
      <p:grpSpPr>
        <a:xfrm>
          <a:off x="0" y="0"/>
          <a:ext cx="0" cy="0"/>
          <a:chOff x="0" y="0"/>
          <a:chExt cx="0" cy="0"/>
        </a:xfrm>
      </p:grpSpPr>
      <p:sp>
        <p:nvSpPr>
          <p:cNvPr id="82" name="Google Shape;82;g156ec278577_0_30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 name="Google Shape;83;g156ec278577_0_304"/>
          <p:cNvSpPr txBox="1"/>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p:txBody>
      </p:sp>
      <p:sp>
        <p:nvSpPr>
          <p:cNvPr id="84" name="Google Shape;84;g156ec278577_0_304"/>
          <p:cNvSpPr txBox="1"/>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85" name="Google Shape;85;g156ec278577_0_304"/>
          <p:cNvSpPr txBox="1"/>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p:txBody>
      </p:sp>
      <p:sp>
        <p:nvSpPr>
          <p:cNvPr id="86" name="Google Shape;86;g156ec278577_0_30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87" name="Shape 87"/>
        <p:cNvGrpSpPr/>
        <p:nvPr/>
      </p:nvGrpSpPr>
      <p:grpSpPr>
        <a:xfrm>
          <a:off x="0" y="0"/>
          <a:ext cx="0" cy="0"/>
          <a:chOff x="0" y="0"/>
          <a:chExt cx="0" cy="0"/>
        </a:xfrm>
      </p:grpSpPr>
      <p:sp>
        <p:nvSpPr>
          <p:cNvPr id="88" name="Google Shape;88;g156ec278577_0_310"/>
          <p:cNvSpPr txBox="1"/>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rtl="0">
              <a:lnSpc>
                <a:spcPct val="100000"/>
              </a:lnSpc>
              <a:spcBef>
                <a:spcPts val="0"/>
              </a:spcBef>
              <a:spcAft>
                <a:spcPts val="0"/>
              </a:spcAft>
              <a:buSzPts val="1800"/>
              <a:buNone/>
              <a:defRPr/>
            </a:lvl1pPr>
          </a:lstStyle>
          <a:p/>
        </p:txBody>
      </p:sp>
      <p:sp>
        <p:nvSpPr>
          <p:cNvPr id="89" name="Google Shape;89;g156ec278577_0_31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90" name="Shape 90"/>
        <p:cNvGrpSpPr/>
        <p:nvPr/>
      </p:nvGrpSpPr>
      <p:grpSpPr>
        <a:xfrm>
          <a:off x="0" y="0"/>
          <a:ext cx="0" cy="0"/>
          <a:chOff x="0" y="0"/>
          <a:chExt cx="0" cy="0"/>
        </a:xfrm>
      </p:grpSpPr>
      <p:sp>
        <p:nvSpPr>
          <p:cNvPr id="91" name="Google Shape;91;g156ec278577_0_313"/>
          <p:cNvSpPr txBox="1"/>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92" name="Google Shape;92;g156ec278577_0_313"/>
          <p:cNvSpPr txBox="1"/>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0"/>
              </a:spcBef>
              <a:spcAft>
                <a:spcPts val="0"/>
              </a:spcAft>
              <a:buSzPts val="1400"/>
              <a:buChar char="○"/>
              <a:defRPr/>
            </a:lvl2pPr>
            <a:lvl3pPr marL="1371600" lvl="2" indent="-317500" algn="ctr" rtl="0">
              <a:lnSpc>
                <a:spcPct val="115000"/>
              </a:lnSpc>
              <a:spcBef>
                <a:spcPts val="0"/>
              </a:spcBef>
              <a:spcAft>
                <a:spcPts val="0"/>
              </a:spcAft>
              <a:buSzPts val="1400"/>
              <a:buChar char="■"/>
              <a:defRPr/>
            </a:lvl3pPr>
            <a:lvl4pPr marL="1828800" lvl="3" indent="-317500" algn="ctr" rtl="0">
              <a:lnSpc>
                <a:spcPct val="115000"/>
              </a:lnSpc>
              <a:spcBef>
                <a:spcPts val="0"/>
              </a:spcBef>
              <a:spcAft>
                <a:spcPts val="0"/>
              </a:spcAft>
              <a:buSzPts val="1400"/>
              <a:buChar char="●"/>
              <a:defRPr/>
            </a:lvl4pPr>
            <a:lvl5pPr marL="2286000" lvl="4" indent="-317500" algn="ctr" rtl="0">
              <a:lnSpc>
                <a:spcPct val="115000"/>
              </a:lnSpc>
              <a:spcBef>
                <a:spcPts val="0"/>
              </a:spcBef>
              <a:spcAft>
                <a:spcPts val="0"/>
              </a:spcAft>
              <a:buSzPts val="1400"/>
              <a:buChar char="○"/>
              <a:defRPr/>
            </a:lvl5pPr>
            <a:lvl6pPr marL="2743200" lvl="5" indent="-317500" algn="ctr" rtl="0">
              <a:lnSpc>
                <a:spcPct val="115000"/>
              </a:lnSpc>
              <a:spcBef>
                <a:spcPts val="0"/>
              </a:spcBef>
              <a:spcAft>
                <a:spcPts val="0"/>
              </a:spcAft>
              <a:buSzPts val="1400"/>
              <a:buChar char="■"/>
              <a:defRPr/>
            </a:lvl6pPr>
            <a:lvl7pPr marL="3200400" lvl="6" indent="-317500" algn="ctr" rtl="0">
              <a:lnSpc>
                <a:spcPct val="115000"/>
              </a:lnSpc>
              <a:spcBef>
                <a:spcPts val="0"/>
              </a:spcBef>
              <a:spcAft>
                <a:spcPts val="0"/>
              </a:spcAft>
              <a:buSzPts val="1400"/>
              <a:buChar char="●"/>
              <a:defRPr/>
            </a:lvl7pPr>
            <a:lvl8pPr marL="3657600" lvl="7" indent="-317500" algn="ctr" rtl="0">
              <a:lnSpc>
                <a:spcPct val="115000"/>
              </a:lnSpc>
              <a:spcBef>
                <a:spcPts val="0"/>
              </a:spcBef>
              <a:spcAft>
                <a:spcPts val="0"/>
              </a:spcAft>
              <a:buSzPts val="1400"/>
              <a:buChar char="○"/>
              <a:defRPr/>
            </a:lvl8pPr>
            <a:lvl9pPr marL="4114800" lvl="8" indent="-317500" algn="ctr" rtl="0">
              <a:lnSpc>
                <a:spcPct val="115000"/>
              </a:lnSpc>
              <a:spcBef>
                <a:spcPts val="0"/>
              </a:spcBef>
              <a:spcAft>
                <a:spcPts val="0"/>
              </a:spcAft>
              <a:buSzPts val="1400"/>
              <a:buChar char="■"/>
              <a:defRPr/>
            </a:lvl9pPr>
          </a:lstStyle>
          <a:p/>
        </p:txBody>
      </p:sp>
      <p:sp>
        <p:nvSpPr>
          <p:cNvPr id="93" name="Google Shape;93;g156ec278577_0_3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94" name="Shape 94"/>
        <p:cNvGrpSpPr/>
        <p:nvPr/>
      </p:nvGrpSpPr>
      <p:grpSpPr>
        <a:xfrm>
          <a:off x="0" y="0"/>
          <a:ext cx="0" cy="0"/>
          <a:chOff x="0" y="0"/>
          <a:chExt cx="0" cy="0"/>
        </a:xfrm>
      </p:grpSpPr>
      <p:sp>
        <p:nvSpPr>
          <p:cNvPr id="95" name="Google Shape;95;g156ec278577_0_31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00" name="Shape 100"/>
        <p:cNvGrpSpPr/>
        <p:nvPr/>
      </p:nvGrpSpPr>
      <p:grpSpPr>
        <a:xfrm>
          <a:off x="0" y="0"/>
          <a:ext cx="0" cy="0"/>
          <a:chOff x="0" y="0"/>
          <a:chExt cx="0" cy="0"/>
        </a:xfrm>
      </p:grpSpPr>
      <p:sp>
        <p:nvSpPr>
          <p:cNvPr id="101" name="Google Shape;101;g156ec278577_0_407"/>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p:txBody>
      </p:sp>
      <p:sp>
        <p:nvSpPr>
          <p:cNvPr id="102" name="Google Shape;102;g156ec278577_0_407"/>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p:txBody>
      </p:sp>
      <p:sp>
        <p:nvSpPr>
          <p:cNvPr id="103" name="Google Shape;103;g156ec278577_0_40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04" name="Shape 10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05" name="Shape 105"/>
        <p:cNvGrpSpPr/>
        <p:nvPr/>
      </p:nvGrpSpPr>
      <p:grpSpPr>
        <a:xfrm>
          <a:off x="0" y="0"/>
          <a:ext cx="0" cy="0"/>
          <a:chOff x="0" y="0"/>
          <a:chExt cx="0" cy="0"/>
        </a:xfrm>
      </p:grpSpPr>
      <p:sp>
        <p:nvSpPr>
          <p:cNvPr id="106" name="Google Shape;106;g156ec278577_0_412"/>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p:txBody>
      </p:sp>
      <p:sp>
        <p:nvSpPr>
          <p:cNvPr id="107" name="Google Shape;107;g156ec278577_0_41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08" name="Shape 108"/>
        <p:cNvGrpSpPr/>
        <p:nvPr/>
      </p:nvGrpSpPr>
      <p:grpSpPr>
        <a:xfrm>
          <a:off x="0" y="0"/>
          <a:ext cx="0" cy="0"/>
          <a:chOff x="0" y="0"/>
          <a:chExt cx="0" cy="0"/>
        </a:xfrm>
      </p:grpSpPr>
      <p:sp>
        <p:nvSpPr>
          <p:cNvPr id="109" name="Google Shape;109;g156ec278577_0_415"/>
          <p:cNvSpPr txBox="1"/>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p:txBody>
      </p:sp>
      <p:sp>
        <p:nvSpPr>
          <p:cNvPr id="110" name="Google Shape;110;g156ec278577_0_41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11" name="Shape 111"/>
        <p:cNvGrpSpPr/>
        <p:nvPr/>
      </p:nvGrpSpPr>
      <p:grpSpPr>
        <a:xfrm>
          <a:off x="0" y="0"/>
          <a:ext cx="0" cy="0"/>
          <a:chOff x="0" y="0"/>
          <a:chExt cx="0" cy="0"/>
        </a:xfrm>
      </p:grpSpPr>
      <p:sp>
        <p:nvSpPr>
          <p:cNvPr id="112" name="Google Shape;112;g156ec278577_0_41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3" name="Google Shape;113;g156ec278577_0_418"/>
          <p:cNvSpPr txBox="1"/>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p:txBody>
      </p:sp>
      <p:sp>
        <p:nvSpPr>
          <p:cNvPr id="114" name="Google Shape;114;g156ec278577_0_418"/>
          <p:cNvSpPr txBox="1"/>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115" name="Google Shape;115;g156ec278577_0_418"/>
          <p:cNvSpPr txBox="1"/>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p:txBody>
      </p:sp>
      <p:sp>
        <p:nvSpPr>
          <p:cNvPr id="116" name="Google Shape;116;g156ec278577_0_418"/>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17" name="Shape 117"/>
        <p:cNvGrpSpPr/>
        <p:nvPr/>
      </p:nvGrpSpPr>
      <p:grpSpPr>
        <a:xfrm>
          <a:off x="0" y="0"/>
          <a:ext cx="0" cy="0"/>
          <a:chOff x="0" y="0"/>
          <a:chExt cx="0" cy="0"/>
        </a:xfrm>
      </p:grpSpPr>
      <p:sp>
        <p:nvSpPr>
          <p:cNvPr id="118" name="Google Shape;118;g156ec278577_0_424"/>
          <p:cNvSpPr txBox="1"/>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rtl="0">
              <a:lnSpc>
                <a:spcPct val="100000"/>
              </a:lnSpc>
              <a:spcBef>
                <a:spcPts val="0"/>
              </a:spcBef>
              <a:spcAft>
                <a:spcPts val="0"/>
              </a:spcAft>
              <a:buSzPts val="1800"/>
              <a:buNone/>
              <a:defRPr/>
            </a:lvl1pPr>
          </a:lstStyle>
          <a:p/>
        </p:txBody>
      </p:sp>
      <p:sp>
        <p:nvSpPr>
          <p:cNvPr id="119" name="Google Shape;119;g156ec278577_0_42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20" name="Shape 120"/>
        <p:cNvGrpSpPr/>
        <p:nvPr/>
      </p:nvGrpSpPr>
      <p:grpSpPr>
        <a:xfrm>
          <a:off x="0" y="0"/>
          <a:ext cx="0" cy="0"/>
          <a:chOff x="0" y="0"/>
          <a:chExt cx="0" cy="0"/>
        </a:xfrm>
      </p:grpSpPr>
      <p:sp>
        <p:nvSpPr>
          <p:cNvPr id="121" name="Google Shape;121;g156ec278577_0_427"/>
          <p:cNvSpPr txBox="1"/>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122" name="Google Shape;122;g156ec278577_0_427"/>
          <p:cNvSpPr txBox="1"/>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1600"/>
              </a:spcBef>
              <a:spcAft>
                <a:spcPts val="0"/>
              </a:spcAft>
              <a:buSzPts val="1400"/>
              <a:buChar char="○"/>
              <a:defRPr/>
            </a:lvl2pPr>
            <a:lvl3pPr marL="1371600" lvl="2" indent="-317500" algn="ctr" rtl="0">
              <a:lnSpc>
                <a:spcPct val="115000"/>
              </a:lnSpc>
              <a:spcBef>
                <a:spcPts val="1600"/>
              </a:spcBef>
              <a:spcAft>
                <a:spcPts val="0"/>
              </a:spcAft>
              <a:buSzPts val="1400"/>
              <a:buChar char="■"/>
              <a:defRPr/>
            </a:lvl3pPr>
            <a:lvl4pPr marL="1828800" lvl="3" indent="-317500" algn="ctr" rtl="0">
              <a:lnSpc>
                <a:spcPct val="115000"/>
              </a:lnSpc>
              <a:spcBef>
                <a:spcPts val="1600"/>
              </a:spcBef>
              <a:spcAft>
                <a:spcPts val="0"/>
              </a:spcAft>
              <a:buSzPts val="1400"/>
              <a:buChar char="●"/>
              <a:defRPr/>
            </a:lvl4pPr>
            <a:lvl5pPr marL="2286000" lvl="4" indent="-317500" algn="ctr" rtl="0">
              <a:lnSpc>
                <a:spcPct val="115000"/>
              </a:lnSpc>
              <a:spcBef>
                <a:spcPts val="1600"/>
              </a:spcBef>
              <a:spcAft>
                <a:spcPts val="0"/>
              </a:spcAft>
              <a:buSzPts val="1400"/>
              <a:buChar char="○"/>
              <a:defRPr/>
            </a:lvl5pPr>
            <a:lvl6pPr marL="2743200" lvl="5" indent="-317500" algn="ctr" rtl="0">
              <a:lnSpc>
                <a:spcPct val="115000"/>
              </a:lnSpc>
              <a:spcBef>
                <a:spcPts val="1600"/>
              </a:spcBef>
              <a:spcAft>
                <a:spcPts val="0"/>
              </a:spcAft>
              <a:buSzPts val="1400"/>
              <a:buChar char="■"/>
              <a:defRPr/>
            </a:lvl6pPr>
            <a:lvl7pPr marL="3200400" lvl="6" indent="-317500" algn="ctr" rtl="0">
              <a:lnSpc>
                <a:spcPct val="115000"/>
              </a:lnSpc>
              <a:spcBef>
                <a:spcPts val="1600"/>
              </a:spcBef>
              <a:spcAft>
                <a:spcPts val="0"/>
              </a:spcAft>
              <a:buSzPts val="1400"/>
              <a:buChar char="●"/>
              <a:defRPr/>
            </a:lvl7pPr>
            <a:lvl8pPr marL="3657600" lvl="7" indent="-317500" algn="ctr" rtl="0">
              <a:lnSpc>
                <a:spcPct val="115000"/>
              </a:lnSpc>
              <a:spcBef>
                <a:spcPts val="1600"/>
              </a:spcBef>
              <a:spcAft>
                <a:spcPts val="0"/>
              </a:spcAft>
              <a:buSzPts val="1400"/>
              <a:buChar char="○"/>
              <a:defRPr/>
            </a:lvl8pPr>
            <a:lvl9pPr marL="4114800" lvl="8" indent="-317500" algn="ctr" rtl="0">
              <a:lnSpc>
                <a:spcPct val="115000"/>
              </a:lnSpc>
              <a:spcBef>
                <a:spcPts val="1600"/>
              </a:spcBef>
              <a:spcAft>
                <a:spcPts val="1600"/>
              </a:spcAft>
              <a:buSzPts val="1400"/>
              <a:buChar char="■"/>
              <a:defRPr/>
            </a:lvl9pPr>
          </a:lstStyle>
          <a:p/>
        </p:txBody>
      </p:sp>
      <p:sp>
        <p:nvSpPr>
          <p:cNvPr id="123" name="Google Shape;123;g156ec278577_0_427"/>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
  <p:cSld name="4">
    <p:spTree>
      <p:nvGrpSpPr>
        <p:cNvPr id="124" name="Shape 124"/>
        <p:cNvGrpSpPr/>
        <p:nvPr/>
      </p:nvGrpSpPr>
      <p:grpSpPr>
        <a:xfrm>
          <a:off x="0" y="0"/>
          <a:ext cx="0" cy="0"/>
          <a:chOff x="0" y="0"/>
          <a:chExt cx="0" cy="0"/>
        </a:xfrm>
      </p:grpSpPr>
      <p:pic>
        <p:nvPicPr>
          <p:cNvPr id="125" name="Google Shape;125;g156ec278577_0_431" descr="A close up of a logo&#10;&#10;Description generated with high confidence"/>
          <p:cNvPicPr preferRelativeResize="0"/>
          <p:nvPr/>
        </p:nvPicPr>
        <p:blipFill rotWithShape="1">
          <a:blip r:embed="rId2"/>
          <a:srcRect/>
          <a:stretch>
            <a:fillRect/>
          </a:stretch>
        </p:blipFill>
        <p:spPr>
          <a:xfrm>
            <a:off x="7876800" y="183600"/>
            <a:ext cx="1022401" cy="766801"/>
          </a:xfrm>
          <a:prstGeom prst="rect">
            <a:avLst/>
          </a:prstGeom>
          <a:noFill/>
          <a:ln>
            <a:noFill/>
          </a:ln>
        </p:spPr>
      </p:pic>
      <p:pic>
        <p:nvPicPr>
          <p:cNvPr id="126" name="Google Shape;126;g156ec278577_0_431" descr="A picture containing colorful, colored&#10;&#10;Description generated with very high confidence"/>
          <p:cNvPicPr preferRelativeResize="0"/>
          <p:nvPr/>
        </p:nvPicPr>
        <p:blipFill rotWithShape="1">
          <a:blip r:embed="rId3"/>
          <a:srcRect t="55601" b="37530"/>
          <a:stretch>
            <a:fillRect/>
          </a:stretch>
        </p:blipFill>
        <p:spPr>
          <a:xfrm>
            <a:off x="0" y="4849200"/>
            <a:ext cx="9144000" cy="294300"/>
          </a:xfrm>
          <a:prstGeom prst="rect">
            <a:avLst/>
          </a:prstGeom>
          <a:noFill/>
          <a:ln>
            <a:noFill/>
          </a:ln>
        </p:spPr>
      </p:pic>
      <p:sp>
        <p:nvSpPr>
          <p:cNvPr id="127" name="Google Shape;127;g156ec278577_0_431"/>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panose="020B0604020202020204"/>
              <a:buNone/>
            </a:pPr>
            <a:endParaRPr sz="105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8" name="Google Shape;128;g156ec278577_0_431"/>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panose="020B0604020202020204"/>
              <a:buNone/>
            </a:pPr>
            <a:endParaRPr sz="105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9" name="Google Shape;129;g156ec278577_0_431"/>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panose="020B0604020202020204"/>
              <a:buNone/>
            </a:pPr>
            <a:endParaRPr sz="105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0" name="Google Shape;130;g156ec278577_0_431"/>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panose="020B0604020202020204"/>
              <a:buNone/>
            </a:pPr>
            <a:endParaRPr sz="105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35" name="Shape 135"/>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36" name="Shape 136"/>
        <p:cNvGrpSpPr/>
        <p:nvPr/>
      </p:nvGrpSpPr>
      <p:grpSpPr>
        <a:xfrm>
          <a:off x="0" y="0"/>
          <a:ext cx="0" cy="0"/>
          <a:chOff x="0" y="0"/>
          <a:chExt cx="0" cy="0"/>
        </a:xfrm>
      </p:grpSpPr>
      <p:sp>
        <p:nvSpPr>
          <p:cNvPr id="137" name="Google Shape;137;g156ec278577_0_495"/>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p:txBody>
      </p:sp>
      <p:sp>
        <p:nvSpPr>
          <p:cNvPr id="138" name="Google Shape;138;g156ec278577_0_495"/>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p:txBody>
      </p:sp>
      <p:sp>
        <p:nvSpPr>
          <p:cNvPr id="139" name="Google Shape;139;g156ec278577_0_49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40" name="Shape 140"/>
        <p:cNvGrpSpPr/>
        <p:nvPr/>
      </p:nvGrpSpPr>
      <p:grpSpPr>
        <a:xfrm>
          <a:off x="0" y="0"/>
          <a:ext cx="0" cy="0"/>
          <a:chOff x="0" y="0"/>
          <a:chExt cx="0" cy="0"/>
        </a:xfrm>
      </p:grpSpPr>
      <p:sp>
        <p:nvSpPr>
          <p:cNvPr id="141" name="Google Shape;141;g156ec278577_0_499"/>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p:txBody>
      </p:sp>
      <p:sp>
        <p:nvSpPr>
          <p:cNvPr id="142" name="Google Shape;142;g156ec278577_0_49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43" name="Shape 143"/>
        <p:cNvGrpSpPr/>
        <p:nvPr/>
      </p:nvGrpSpPr>
      <p:grpSpPr>
        <a:xfrm>
          <a:off x="0" y="0"/>
          <a:ext cx="0" cy="0"/>
          <a:chOff x="0" y="0"/>
          <a:chExt cx="0" cy="0"/>
        </a:xfrm>
      </p:grpSpPr>
      <p:sp>
        <p:nvSpPr>
          <p:cNvPr id="144" name="Google Shape;144;g156ec278577_0_502"/>
          <p:cNvSpPr txBox="1"/>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p:txBody>
      </p:sp>
      <p:sp>
        <p:nvSpPr>
          <p:cNvPr id="145" name="Google Shape;145;g156ec278577_0_502"/>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46" name="Shape 146"/>
        <p:cNvGrpSpPr/>
        <p:nvPr/>
      </p:nvGrpSpPr>
      <p:grpSpPr>
        <a:xfrm>
          <a:off x="0" y="0"/>
          <a:ext cx="0" cy="0"/>
          <a:chOff x="0" y="0"/>
          <a:chExt cx="0" cy="0"/>
        </a:xfrm>
      </p:grpSpPr>
      <p:sp>
        <p:nvSpPr>
          <p:cNvPr id="147" name="Google Shape;147;g156ec278577_0_50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 name="Google Shape;148;g156ec278577_0_505"/>
          <p:cNvSpPr txBox="1"/>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p:txBody>
      </p:sp>
      <p:sp>
        <p:nvSpPr>
          <p:cNvPr id="149" name="Google Shape;149;g156ec278577_0_505"/>
          <p:cNvSpPr txBox="1"/>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150" name="Google Shape;150;g156ec278577_0_505"/>
          <p:cNvSpPr txBox="1"/>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p:txBody>
      </p:sp>
      <p:sp>
        <p:nvSpPr>
          <p:cNvPr id="151" name="Google Shape;151;g156ec278577_0_505"/>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52" name="Shape 152"/>
        <p:cNvGrpSpPr/>
        <p:nvPr/>
      </p:nvGrpSpPr>
      <p:grpSpPr>
        <a:xfrm>
          <a:off x="0" y="0"/>
          <a:ext cx="0" cy="0"/>
          <a:chOff x="0" y="0"/>
          <a:chExt cx="0" cy="0"/>
        </a:xfrm>
      </p:grpSpPr>
      <p:sp>
        <p:nvSpPr>
          <p:cNvPr id="153" name="Google Shape;153;g156ec278577_0_511"/>
          <p:cNvSpPr txBox="1"/>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rtl="0">
              <a:lnSpc>
                <a:spcPct val="100000"/>
              </a:lnSpc>
              <a:spcBef>
                <a:spcPts val="0"/>
              </a:spcBef>
              <a:spcAft>
                <a:spcPts val="0"/>
              </a:spcAft>
              <a:buSzPts val="1800"/>
              <a:buNone/>
              <a:defRPr/>
            </a:lvl1pPr>
          </a:lstStyle>
          <a:p/>
        </p:txBody>
      </p:sp>
      <p:sp>
        <p:nvSpPr>
          <p:cNvPr id="154" name="Google Shape;154;g156ec278577_0_51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55" name="Shape 155"/>
        <p:cNvGrpSpPr/>
        <p:nvPr/>
      </p:nvGrpSpPr>
      <p:grpSpPr>
        <a:xfrm>
          <a:off x="0" y="0"/>
          <a:ext cx="0" cy="0"/>
          <a:chOff x="0" y="0"/>
          <a:chExt cx="0" cy="0"/>
        </a:xfrm>
      </p:grpSpPr>
      <p:sp>
        <p:nvSpPr>
          <p:cNvPr id="156" name="Google Shape;156;g156ec278577_0_514"/>
          <p:cNvSpPr txBox="1"/>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157" name="Google Shape;157;g156ec278577_0_514"/>
          <p:cNvSpPr txBox="1"/>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1600"/>
              </a:spcBef>
              <a:spcAft>
                <a:spcPts val="0"/>
              </a:spcAft>
              <a:buSzPts val="1400"/>
              <a:buChar char="○"/>
              <a:defRPr/>
            </a:lvl2pPr>
            <a:lvl3pPr marL="1371600" lvl="2" indent="-317500" algn="ctr" rtl="0">
              <a:lnSpc>
                <a:spcPct val="115000"/>
              </a:lnSpc>
              <a:spcBef>
                <a:spcPts val="1600"/>
              </a:spcBef>
              <a:spcAft>
                <a:spcPts val="0"/>
              </a:spcAft>
              <a:buSzPts val="1400"/>
              <a:buChar char="■"/>
              <a:defRPr/>
            </a:lvl3pPr>
            <a:lvl4pPr marL="1828800" lvl="3" indent="-317500" algn="ctr" rtl="0">
              <a:lnSpc>
                <a:spcPct val="115000"/>
              </a:lnSpc>
              <a:spcBef>
                <a:spcPts val="1600"/>
              </a:spcBef>
              <a:spcAft>
                <a:spcPts val="0"/>
              </a:spcAft>
              <a:buSzPts val="1400"/>
              <a:buChar char="●"/>
              <a:defRPr/>
            </a:lvl4pPr>
            <a:lvl5pPr marL="2286000" lvl="4" indent="-317500" algn="ctr" rtl="0">
              <a:lnSpc>
                <a:spcPct val="115000"/>
              </a:lnSpc>
              <a:spcBef>
                <a:spcPts val="1600"/>
              </a:spcBef>
              <a:spcAft>
                <a:spcPts val="0"/>
              </a:spcAft>
              <a:buSzPts val="1400"/>
              <a:buChar char="○"/>
              <a:defRPr/>
            </a:lvl5pPr>
            <a:lvl6pPr marL="2743200" lvl="5" indent="-317500" algn="ctr" rtl="0">
              <a:lnSpc>
                <a:spcPct val="115000"/>
              </a:lnSpc>
              <a:spcBef>
                <a:spcPts val="1600"/>
              </a:spcBef>
              <a:spcAft>
                <a:spcPts val="0"/>
              </a:spcAft>
              <a:buSzPts val="1400"/>
              <a:buChar char="■"/>
              <a:defRPr/>
            </a:lvl6pPr>
            <a:lvl7pPr marL="3200400" lvl="6" indent="-317500" algn="ctr" rtl="0">
              <a:lnSpc>
                <a:spcPct val="115000"/>
              </a:lnSpc>
              <a:spcBef>
                <a:spcPts val="1600"/>
              </a:spcBef>
              <a:spcAft>
                <a:spcPts val="0"/>
              </a:spcAft>
              <a:buSzPts val="1400"/>
              <a:buChar char="●"/>
              <a:defRPr/>
            </a:lvl7pPr>
            <a:lvl8pPr marL="3657600" lvl="7" indent="-317500" algn="ctr" rtl="0">
              <a:lnSpc>
                <a:spcPct val="115000"/>
              </a:lnSpc>
              <a:spcBef>
                <a:spcPts val="1600"/>
              </a:spcBef>
              <a:spcAft>
                <a:spcPts val="0"/>
              </a:spcAft>
              <a:buSzPts val="1400"/>
              <a:buChar char="○"/>
              <a:defRPr/>
            </a:lvl8pPr>
            <a:lvl9pPr marL="4114800" lvl="8" indent="-317500" algn="ctr" rtl="0">
              <a:lnSpc>
                <a:spcPct val="115000"/>
              </a:lnSpc>
              <a:spcBef>
                <a:spcPts val="1600"/>
              </a:spcBef>
              <a:spcAft>
                <a:spcPts val="1600"/>
              </a:spcAft>
              <a:buSzPts val="1400"/>
              <a:buChar char="■"/>
              <a:defRPr/>
            </a:lvl9pPr>
          </a:lstStyle>
          <a:p/>
        </p:txBody>
      </p:sp>
      <p:sp>
        <p:nvSpPr>
          <p:cNvPr id="158" name="Google Shape;158;g156ec278577_0_51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4">
  <p:cSld name="4">
    <p:spTree>
      <p:nvGrpSpPr>
        <p:cNvPr id="159" name="Shape 159"/>
        <p:cNvGrpSpPr/>
        <p:nvPr/>
      </p:nvGrpSpPr>
      <p:grpSpPr>
        <a:xfrm>
          <a:off x="0" y="0"/>
          <a:ext cx="0" cy="0"/>
          <a:chOff x="0" y="0"/>
          <a:chExt cx="0" cy="0"/>
        </a:xfrm>
      </p:grpSpPr>
      <p:pic>
        <p:nvPicPr>
          <p:cNvPr id="160" name="Google Shape;160;g156ec278577_0_518" descr="A close up of a logo&#10;&#10;Description generated with high confidence"/>
          <p:cNvPicPr preferRelativeResize="0"/>
          <p:nvPr/>
        </p:nvPicPr>
        <p:blipFill rotWithShape="1">
          <a:blip r:embed="rId2"/>
          <a:srcRect/>
          <a:stretch>
            <a:fillRect/>
          </a:stretch>
        </p:blipFill>
        <p:spPr>
          <a:xfrm>
            <a:off x="7876800" y="183600"/>
            <a:ext cx="1022401" cy="766801"/>
          </a:xfrm>
          <a:prstGeom prst="rect">
            <a:avLst/>
          </a:prstGeom>
          <a:noFill/>
          <a:ln>
            <a:noFill/>
          </a:ln>
        </p:spPr>
      </p:pic>
      <p:pic>
        <p:nvPicPr>
          <p:cNvPr id="161" name="Google Shape;161;g156ec278577_0_518" descr="A picture containing colorful, colored&#10;&#10;Description generated with very high confidence"/>
          <p:cNvPicPr preferRelativeResize="0"/>
          <p:nvPr/>
        </p:nvPicPr>
        <p:blipFill rotWithShape="1">
          <a:blip r:embed="rId3"/>
          <a:srcRect t="55603" b="37530"/>
          <a:stretch>
            <a:fillRect/>
          </a:stretch>
        </p:blipFill>
        <p:spPr>
          <a:xfrm>
            <a:off x="0" y="4849200"/>
            <a:ext cx="9144000" cy="294300"/>
          </a:xfrm>
          <a:prstGeom prst="rect">
            <a:avLst/>
          </a:prstGeom>
          <a:noFill/>
          <a:ln>
            <a:noFill/>
          </a:ln>
        </p:spPr>
      </p:pic>
      <p:sp>
        <p:nvSpPr>
          <p:cNvPr id="162" name="Google Shape;162;g156ec278577_0_518"/>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5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3" name="Google Shape;163;g156ec278577_0_518"/>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5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4" name="Google Shape;164;g156ec278577_0_518"/>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5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5" name="Google Shape;165;g156ec278577_0_518"/>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5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theme" Target="../theme/theme3.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theme" Target="../theme/theme4.xml"/><Relationship Id="rId8" Type="http://schemas.openxmlformats.org/officeDocument/2006/relationships/slideLayout" Target="../slideLayouts/slideLayout39.xml"/><Relationship Id="rId7" Type="http://schemas.openxmlformats.org/officeDocument/2006/relationships/slideLayout" Target="../slideLayouts/slideLayout38.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39"/>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39"/>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1600"/>
              </a:spcBef>
              <a:spcAft>
                <a:spcPts val="160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8" name="Google Shape;8;p39"/>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1" name="Shape 51"/>
        <p:cNvGrpSpPr/>
        <p:nvPr/>
      </p:nvGrpSpPr>
      <p:grpSpPr>
        <a:xfrm>
          <a:off x="0" y="0"/>
          <a:ext cx="0" cy="0"/>
          <a:chOff x="0" y="0"/>
          <a:chExt cx="0" cy="0"/>
        </a:xfrm>
      </p:grpSpPr>
      <p:sp>
        <p:nvSpPr>
          <p:cNvPr id="52" name="Google Shape;52;g156ec278577_0_274"/>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3" name="Google Shape;53;g156ec278577_0_274"/>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54" name="Google Shape;54;g156ec278577_0_274"/>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6" name="Shape 96"/>
        <p:cNvGrpSpPr/>
        <p:nvPr/>
      </p:nvGrpSpPr>
      <p:grpSpPr>
        <a:xfrm>
          <a:off x="0" y="0"/>
          <a:ext cx="0" cy="0"/>
          <a:chOff x="0" y="0"/>
          <a:chExt cx="0" cy="0"/>
        </a:xfrm>
      </p:grpSpPr>
      <p:sp>
        <p:nvSpPr>
          <p:cNvPr id="97" name="Google Shape;97;g156ec278577_0_403"/>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8" name="Google Shape;98;g156ec278577_0_403"/>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1600"/>
              </a:spcBef>
              <a:spcAft>
                <a:spcPts val="160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99" name="Google Shape;99;g156ec278577_0_40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31" name="Shape 131"/>
        <p:cNvGrpSpPr/>
        <p:nvPr/>
      </p:nvGrpSpPr>
      <p:grpSpPr>
        <a:xfrm>
          <a:off x="0" y="0"/>
          <a:ext cx="0" cy="0"/>
          <a:chOff x="0" y="0"/>
          <a:chExt cx="0" cy="0"/>
        </a:xfrm>
      </p:grpSpPr>
      <p:sp>
        <p:nvSpPr>
          <p:cNvPr id="132" name="Google Shape;132;g156ec278577_0_490"/>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3" name="Google Shape;133;g156ec278577_0_490"/>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160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1600"/>
              </a:spcBef>
              <a:spcAft>
                <a:spcPts val="160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p:txBody>
      </p:sp>
      <p:sp>
        <p:nvSpPr>
          <p:cNvPr id="134" name="Google Shape;134;g156ec278577_0_490"/>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4.xml"/><Relationship Id="rId4" Type="http://schemas.openxmlformats.org/officeDocument/2006/relationships/image" Target="../media/image6.png"/><Relationship Id="rId3" Type="http://schemas.openxmlformats.org/officeDocument/2006/relationships/hyperlink" Target="https://forms.gle/tSc8LmCBFwLk5TUm6" TargetMode="External"/><Relationship Id="rId2" Type="http://schemas.openxmlformats.org/officeDocument/2006/relationships/image" Target="../media/image4.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3.xml"/><Relationship Id="rId5" Type="http://schemas.openxmlformats.org/officeDocument/2006/relationships/hyperlink" Target="https://literarydevices.net/metaphor/" TargetMode="External"/><Relationship Id="rId4" Type="http://schemas.openxmlformats.org/officeDocument/2006/relationships/hyperlink" Target="https://literarydevices.net/simile/" TargetMode="External"/><Relationship Id="rId3" Type="http://schemas.openxmlformats.org/officeDocument/2006/relationships/hyperlink" Target="https://literarydevices.net/comparison/" TargetMode="Externa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24.xml"/><Relationship Id="rId2" Type="http://schemas.openxmlformats.org/officeDocument/2006/relationships/image" Target="../media/image5.png"/><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33.xml"/><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pic>
        <p:nvPicPr>
          <p:cNvPr id="170" name="Google Shape;170;g156ec278577_0_104"/>
          <p:cNvPicPr preferRelativeResize="0"/>
          <p:nvPr/>
        </p:nvPicPr>
        <p:blipFill rotWithShape="1">
          <a:blip r:embed="rId1"/>
          <a:srcRect/>
          <a:stretch>
            <a:fillRect/>
          </a:stretch>
        </p:blipFill>
        <p:spPr>
          <a:xfrm>
            <a:off x="2884200" y="431425"/>
            <a:ext cx="3527999" cy="42806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74" name="Shape 174"/>
        <p:cNvGrpSpPr/>
        <p:nvPr/>
      </p:nvGrpSpPr>
      <p:grpSpPr>
        <a:xfrm>
          <a:off x="0" y="0"/>
          <a:ext cx="0" cy="0"/>
          <a:chOff x="0" y="0"/>
          <a:chExt cx="0" cy="0"/>
        </a:xfrm>
      </p:grpSpPr>
      <p:pic>
        <p:nvPicPr>
          <p:cNvPr id="175" name="Google Shape;175;g156ec278577_0_108"/>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176" name="Google Shape;176;g156ec278577_0_108"/>
          <p:cNvPicPr preferRelativeResize="0"/>
          <p:nvPr/>
        </p:nvPicPr>
        <p:blipFill rotWithShape="1">
          <a:blip r:embed="rId2"/>
          <a:srcRect l="8630" r="8622" b="57237"/>
          <a:stretch>
            <a:fillRect/>
          </a:stretch>
        </p:blipFill>
        <p:spPr>
          <a:xfrm rot="10800000" flipH="1">
            <a:off x="0" y="8087"/>
            <a:ext cx="3564399" cy="926125"/>
          </a:xfrm>
          <a:prstGeom prst="rect">
            <a:avLst/>
          </a:prstGeom>
          <a:noFill/>
          <a:ln>
            <a:noFill/>
          </a:ln>
        </p:spPr>
      </p:pic>
      <p:sp>
        <p:nvSpPr>
          <p:cNvPr id="177" name="Google Shape;177;g156ec278577_0_108"/>
          <p:cNvSpPr txBox="1"/>
          <p:nvPr/>
        </p:nvSpPr>
        <p:spPr>
          <a:xfrm>
            <a:off x="1647000" y="2205225"/>
            <a:ext cx="5850000" cy="554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800"/>
              </a:spcBef>
              <a:spcAft>
                <a:spcPts val="800"/>
              </a:spcAft>
              <a:buClr>
                <a:schemeClr val="dk1"/>
              </a:buClr>
              <a:buSzPts val="1400"/>
              <a:buFont typeface="Arial" panose="020B0604020202020204"/>
              <a:buNone/>
            </a:pPr>
            <a:r>
              <a:rPr lang="en-GB" sz="2400" b="0" i="0" u="none" strike="noStrike" cap="none">
                <a:solidFill>
                  <a:schemeClr val="dk1"/>
                </a:solidFill>
                <a:latin typeface="Arial" panose="020B0604020202020204"/>
                <a:ea typeface="Arial" panose="020B0604020202020204"/>
                <a:cs typeface="Arial" panose="020B0604020202020204"/>
                <a:sym typeface="Arial" panose="020B0604020202020204"/>
              </a:rPr>
              <a:t>A</a:t>
            </a:r>
            <a:r>
              <a:rPr lang="en-GB" sz="2400">
                <a:solidFill>
                  <a:schemeClr val="dk1"/>
                </a:solidFill>
              </a:rPr>
              <a:t>NALOGIES</a:t>
            </a:r>
            <a:endParaRPr sz="2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81" name="Shape 181"/>
        <p:cNvGrpSpPr/>
        <p:nvPr/>
      </p:nvGrpSpPr>
      <p:grpSpPr>
        <a:xfrm>
          <a:off x="0" y="0"/>
          <a:ext cx="0" cy="0"/>
          <a:chOff x="0" y="0"/>
          <a:chExt cx="0" cy="0"/>
        </a:xfrm>
      </p:grpSpPr>
      <p:pic>
        <p:nvPicPr>
          <p:cNvPr id="182" name="Google Shape;182;g156ec278577_0_114"/>
          <p:cNvPicPr preferRelativeResize="0"/>
          <p:nvPr/>
        </p:nvPicPr>
        <p:blipFill rotWithShape="1">
          <a:blip r:embed="rId1"/>
          <a:srcRect l="41241" t="9529" r="-23988" b="51127"/>
          <a:stretch>
            <a:fillRect/>
          </a:stretch>
        </p:blipFill>
        <p:spPr>
          <a:xfrm>
            <a:off x="0" y="4073752"/>
            <a:ext cx="4457700" cy="1065625"/>
          </a:xfrm>
          <a:prstGeom prst="rect">
            <a:avLst/>
          </a:prstGeom>
          <a:noFill/>
          <a:ln>
            <a:noFill/>
          </a:ln>
        </p:spPr>
      </p:pic>
      <p:pic>
        <p:nvPicPr>
          <p:cNvPr id="183" name="Google Shape;183;g156ec278577_0_114"/>
          <p:cNvPicPr preferRelativeResize="0"/>
          <p:nvPr/>
        </p:nvPicPr>
        <p:blipFill rotWithShape="1">
          <a:blip r:embed="rId2"/>
          <a:srcRect r="53855"/>
          <a:stretch>
            <a:fillRect/>
          </a:stretch>
        </p:blipFill>
        <p:spPr>
          <a:xfrm>
            <a:off x="8096775" y="0"/>
            <a:ext cx="1047224" cy="1102725"/>
          </a:xfrm>
          <a:prstGeom prst="rect">
            <a:avLst/>
          </a:prstGeom>
          <a:noFill/>
          <a:ln>
            <a:noFill/>
          </a:ln>
        </p:spPr>
      </p:pic>
      <p:pic>
        <p:nvPicPr>
          <p:cNvPr id="184" name="Google Shape;184;g156ec278577_0_114"/>
          <p:cNvPicPr preferRelativeResize="0"/>
          <p:nvPr/>
        </p:nvPicPr>
        <p:blipFill rotWithShape="1">
          <a:blip r:embed="rId1"/>
          <a:srcRect l="8630" r="8622" b="57237"/>
          <a:stretch>
            <a:fillRect/>
          </a:stretch>
        </p:blipFill>
        <p:spPr>
          <a:xfrm rot="10800000" flipH="1">
            <a:off x="0" y="625"/>
            <a:ext cx="3564399" cy="926125"/>
          </a:xfrm>
          <a:prstGeom prst="rect">
            <a:avLst/>
          </a:prstGeom>
          <a:noFill/>
          <a:ln>
            <a:noFill/>
          </a:ln>
        </p:spPr>
      </p:pic>
      <p:sp>
        <p:nvSpPr>
          <p:cNvPr id="185" name="Google Shape;185;g156ec278577_0_114"/>
          <p:cNvSpPr/>
          <p:nvPr/>
        </p:nvSpPr>
        <p:spPr>
          <a:xfrm>
            <a:off x="2147550" y="514550"/>
            <a:ext cx="5242200" cy="412200"/>
          </a:xfrm>
          <a:prstGeom prst="roundRect">
            <a:avLst>
              <a:gd name="adj" fmla="val 16667"/>
            </a:avLst>
          </a:prstGeom>
          <a:solidFill>
            <a:srgbClr val="FF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700"/>
              <a:buFont typeface="Arial" panose="020B0604020202020204"/>
              <a:buNone/>
            </a:pPr>
            <a:r>
              <a:rPr lang="en-GB" sz="1700" b="0" i="0" u="none" strike="noStrike" cap="none">
                <a:solidFill>
                  <a:schemeClr val="lt1"/>
                </a:solidFill>
                <a:latin typeface="Arial" panose="020B0604020202020204"/>
                <a:ea typeface="Arial" panose="020B0604020202020204"/>
                <a:cs typeface="Arial" panose="020B0604020202020204"/>
                <a:sym typeface="Arial" panose="020B0604020202020204"/>
              </a:rPr>
              <a:t>TEST TIME ON ALPHA NUM</a:t>
            </a:r>
            <a:r>
              <a:rPr lang="en-GB" sz="1700">
                <a:solidFill>
                  <a:schemeClr val="lt1"/>
                </a:solidFill>
              </a:rPr>
              <a:t>ERIC </a:t>
            </a:r>
            <a:r>
              <a:rPr lang="en-GB" sz="1700" b="0" i="0" u="none" strike="noStrike" cap="none">
                <a:solidFill>
                  <a:schemeClr val="lt1"/>
                </a:solidFill>
                <a:latin typeface="Arial" panose="020B0604020202020204"/>
                <a:ea typeface="Arial" panose="020B0604020202020204"/>
                <a:cs typeface="Arial" panose="020B0604020202020204"/>
                <a:sym typeface="Arial" panose="020B0604020202020204"/>
              </a:rPr>
              <a:t>SERIES</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86" name="Google Shape;186;g156ec278577_0_114"/>
          <p:cNvSpPr txBox="1"/>
          <p:nvPr>
            <p:ph type="body" idx="1"/>
          </p:nvPr>
        </p:nvSpPr>
        <p:spPr>
          <a:xfrm>
            <a:off x="729200" y="1231900"/>
            <a:ext cx="80862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GB" sz="2500" b="1">
                <a:solidFill>
                  <a:srgbClr val="373737"/>
                </a:solidFill>
                <a:highlight>
                  <a:srgbClr val="FFFFFF"/>
                </a:highlight>
              </a:rPr>
              <a:t>URL:</a:t>
            </a:r>
            <a:r>
              <a:rPr lang="en-GB" sz="2400" b="1">
                <a:solidFill>
                  <a:srgbClr val="FF0000"/>
                </a:solidFill>
                <a:highlight>
                  <a:schemeClr val="lt1"/>
                </a:highlight>
              </a:rPr>
              <a:t> </a:t>
            </a:r>
            <a:r>
              <a:rPr lang="en-GB" sz="2400" b="1" u="sng">
                <a:solidFill>
                  <a:srgbClr val="FF0000"/>
                </a:solidFill>
                <a:highlight>
                  <a:schemeClr val="lt1"/>
                </a:highlight>
                <a:hlinkClick r:id="rId3"/>
              </a:rPr>
              <a:t>https://forms.gle/tSc8LmCBFwLk5TUm6</a:t>
            </a:r>
            <a:endParaRPr sz="1900" b="1">
              <a:solidFill>
                <a:srgbClr val="FF0000"/>
              </a:solidFill>
              <a:highlight>
                <a:srgbClr val="FFFFFF"/>
              </a:highlight>
              <a:latin typeface="Roboto" panose="02000000000000000000"/>
              <a:ea typeface="Roboto" panose="02000000000000000000"/>
              <a:cs typeface="Roboto" panose="02000000000000000000"/>
              <a:sym typeface="Roboto" panose="02000000000000000000"/>
            </a:endParaRPr>
          </a:p>
          <a:p>
            <a:pPr marL="0" lvl="0" indent="0" algn="l" rtl="0">
              <a:lnSpc>
                <a:spcPct val="115000"/>
              </a:lnSpc>
              <a:spcBef>
                <a:spcPts val="0"/>
              </a:spcBef>
              <a:spcAft>
                <a:spcPts val="0"/>
              </a:spcAft>
              <a:buSzPts val="1800"/>
              <a:buNone/>
            </a:pPr>
            <a:endParaRPr sz="1900" b="1">
              <a:solidFill>
                <a:srgbClr val="373737"/>
              </a:solidFill>
              <a:highlight>
                <a:srgbClr val="FFFFFF"/>
              </a:highlight>
            </a:endParaRPr>
          </a:p>
          <a:p>
            <a:pPr marL="0" lvl="0" indent="0" algn="l" rtl="0">
              <a:lnSpc>
                <a:spcPct val="115000"/>
              </a:lnSpc>
              <a:spcBef>
                <a:spcPts val="0"/>
              </a:spcBef>
              <a:spcAft>
                <a:spcPts val="0"/>
              </a:spcAft>
              <a:buSzPts val="1800"/>
              <a:buNone/>
            </a:pPr>
            <a:r>
              <a:rPr lang="en-GB" sz="2400" b="1">
                <a:solidFill>
                  <a:srgbClr val="373737"/>
                </a:solidFill>
                <a:highlight>
                  <a:srgbClr val="FFFFFF"/>
                </a:highlight>
              </a:rPr>
              <a:t>QR CODE:</a:t>
            </a:r>
            <a:endParaRPr sz="2400" b="1">
              <a:solidFill>
                <a:srgbClr val="373737"/>
              </a:solidFill>
              <a:highlight>
                <a:srgbClr val="FFFFFF"/>
              </a:highlight>
            </a:endParaRPr>
          </a:p>
        </p:txBody>
      </p:sp>
      <p:pic>
        <p:nvPicPr>
          <p:cNvPr id="187" name="Google Shape;187;g156ec278577_0_114"/>
          <p:cNvPicPr preferRelativeResize="0"/>
          <p:nvPr/>
        </p:nvPicPr>
        <p:blipFill>
          <a:blip r:embed="rId4"/>
          <a:stretch>
            <a:fillRect/>
          </a:stretch>
        </p:blipFill>
        <p:spPr>
          <a:xfrm>
            <a:off x="3127425" y="2103900"/>
            <a:ext cx="2470026" cy="19179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91" name="Shape 191"/>
        <p:cNvGrpSpPr/>
        <p:nvPr/>
      </p:nvGrpSpPr>
      <p:grpSpPr>
        <a:xfrm>
          <a:off x="0" y="0"/>
          <a:ext cx="0" cy="0"/>
          <a:chOff x="0" y="0"/>
          <a:chExt cx="0" cy="0"/>
        </a:xfrm>
      </p:grpSpPr>
      <p:pic>
        <p:nvPicPr>
          <p:cNvPr id="192" name="Google Shape;192;g156ec278577_0_266"/>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193" name="Google Shape;193;g156ec278577_0_266"/>
          <p:cNvPicPr preferRelativeResize="0"/>
          <p:nvPr/>
        </p:nvPicPr>
        <p:blipFill rotWithShape="1">
          <a:blip r:embed="rId2"/>
          <a:srcRect l="8630" r="8622" b="57237"/>
          <a:stretch>
            <a:fillRect/>
          </a:stretch>
        </p:blipFill>
        <p:spPr>
          <a:xfrm rot="10800000" flipH="1">
            <a:off x="0" y="8087"/>
            <a:ext cx="3564399" cy="926125"/>
          </a:xfrm>
          <a:prstGeom prst="rect">
            <a:avLst/>
          </a:prstGeom>
          <a:noFill/>
          <a:ln>
            <a:noFill/>
          </a:ln>
        </p:spPr>
      </p:pic>
      <p:sp>
        <p:nvSpPr>
          <p:cNvPr id="194" name="Google Shape;194;g156ec278577_0_266"/>
          <p:cNvSpPr/>
          <p:nvPr/>
        </p:nvSpPr>
        <p:spPr>
          <a:xfrm>
            <a:off x="2761050" y="588150"/>
            <a:ext cx="3621900" cy="4122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b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b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  CONCEPTS</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95" name="Google Shape;195;g156ec278577_0_266"/>
          <p:cNvSpPr txBox="1"/>
          <p:nvPr/>
        </p:nvSpPr>
        <p:spPr>
          <a:xfrm>
            <a:off x="228600" y="1295400"/>
            <a:ext cx="8809200" cy="3478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2000" b="1">
                <a:solidFill>
                  <a:schemeClr val="dk1"/>
                </a:solidFill>
                <a:latin typeface="Roboto" panose="02000000000000000000"/>
                <a:ea typeface="Roboto" panose="02000000000000000000"/>
                <a:cs typeface="Roboto" panose="02000000000000000000"/>
                <a:sym typeface="Roboto" panose="02000000000000000000"/>
              </a:rPr>
              <a:t>Definition:</a:t>
            </a:r>
            <a:endParaRPr sz="2000" b="1">
              <a:solidFill>
                <a:schemeClr val="dk1"/>
              </a:solidFill>
              <a:latin typeface="Roboto" panose="02000000000000000000"/>
              <a:ea typeface="Roboto" panose="02000000000000000000"/>
              <a:cs typeface="Roboto" panose="02000000000000000000"/>
              <a:sym typeface="Roboto" panose="02000000000000000000"/>
            </a:endParaRPr>
          </a:p>
          <a:p>
            <a:pPr marL="0" lvl="0" indent="0" algn="just" rtl="0">
              <a:spcBef>
                <a:spcPts val="0"/>
              </a:spcBef>
              <a:spcAft>
                <a:spcPts val="0"/>
              </a:spcAft>
              <a:buNone/>
            </a:pPr>
            <a:r>
              <a:rPr lang="en-GB">
                <a:solidFill>
                  <a:schemeClr val="dk1"/>
                </a:solidFill>
              </a:rPr>
              <a:t>      </a:t>
            </a:r>
            <a:endParaRPr>
              <a:solidFill>
                <a:schemeClr val="dk1"/>
              </a:solidFill>
            </a:endParaRPr>
          </a:p>
          <a:p>
            <a:pPr marL="0" lvl="0" indent="0" algn="just" rtl="0">
              <a:spcBef>
                <a:spcPts val="0"/>
              </a:spcBef>
              <a:spcAft>
                <a:spcPts val="0"/>
              </a:spcAft>
              <a:buNone/>
            </a:pPr>
            <a:r>
              <a:rPr lang="en-GB">
                <a:solidFill>
                  <a:schemeClr val="dk1"/>
                </a:solidFill>
              </a:rPr>
              <a:t>                </a:t>
            </a:r>
            <a:r>
              <a:rPr lang="en-GB" sz="1800">
                <a:solidFill>
                  <a:schemeClr val="dk1"/>
                </a:solidFill>
              </a:rPr>
              <a:t>An analogy is a </a:t>
            </a:r>
            <a:r>
              <a:rPr lang="en-GB" sz="1800">
                <a:solidFill>
                  <a:schemeClr val="dk1"/>
                </a:solidFill>
                <a:uFill>
                  <a:noFill/>
                </a:uFill>
                <a:hlinkClick r:id="rId3"/>
              </a:rPr>
              <a:t>comparison</a:t>
            </a:r>
            <a:r>
              <a:rPr lang="en-GB" sz="1800">
                <a:solidFill>
                  <a:schemeClr val="dk1"/>
                </a:solidFill>
              </a:rPr>
              <a:t> in which an idea or a thing is compared to another thing that is quite different from it. It aims at explaining that idea or thing by comparing it to something that is familiar. Metaphors and similes are tools used to draw an analogy. Therefore, analogy is more extensive and elaborate than either a </a:t>
            </a:r>
            <a:r>
              <a:rPr lang="en-GB" sz="1800">
                <a:solidFill>
                  <a:schemeClr val="dk1"/>
                </a:solidFill>
                <a:uFill>
                  <a:noFill/>
                </a:uFill>
                <a:hlinkClick r:id="rId4"/>
              </a:rPr>
              <a:t>similar or</a:t>
            </a:r>
            <a:r>
              <a:rPr lang="en-GB" sz="1800">
                <a:solidFill>
                  <a:schemeClr val="dk1"/>
                </a:solidFill>
              </a:rPr>
              <a:t> a </a:t>
            </a:r>
            <a:r>
              <a:rPr lang="en-GB" sz="1800">
                <a:solidFill>
                  <a:schemeClr val="dk1"/>
                </a:solidFill>
                <a:uFill>
                  <a:noFill/>
                </a:uFill>
                <a:hlinkClick r:id="rId5"/>
              </a:rPr>
              <a:t>metaphor</a:t>
            </a:r>
            <a:r>
              <a:rPr lang="en-GB" sz="1800">
                <a:solidFill>
                  <a:schemeClr val="dk1"/>
                </a:solidFill>
              </a:rPr>
              <a:t>.</a:t>
            </a:r>
            <a:endParaRPr sz="1800">
              <a:solidFill>
                <a:schemeClr val="dk1"/>
              </a:solidFill>
            </a:endParaRPr>
          </a:p>
          <a:p>
            <a:pPr marL="0" lvl="0" indent="0" algn="just" rtl="0">
              <a:spcBef>
                <a:spcPts val="0"/>
              </a:spcBef>
              <a:spcAft>
                <a:spcPts val="0"/>
              </a:spcAft>
              <a:buNone/>
            </a:pPr>
            <a:endParaRPr>
              <a:solidFill>
                <a:schemeClr val="dk1"/>
              </a:solidFill>
            </a:endParaRPr>
          </a:p>
          <a:p>
            <a:pPr marL="0" lvl="0" indent="0" algn="just" rtl="0">
              <a:spcBef>
                <a:spcPts val="0"/>
              </a:spcBef>
              <a:spcAft>
                <a:spcPts val="0"/>
              </a:spcAft>
              <a:buNone/>
            </a:pPr>
            <a:endParaRPr sz="2000" b="1">
              <a:solidFill>
                <a:schemeClr val="dk1"/>
              </a:solidFill>
              <a:latin typeface="Roboto" panose="02000000000000000000"/>
              <a:ea typeface="Roboto" panose="02000000000000000000"/>
              <a:cs typeface="Roboto" panose="02000000000000000000"/>
              <a:sym typeface="Roboto" panose="02000000000000000000"/>
            </a:endParaRPr>
          </a:p>
          <a:p>
            <a:pPr marL="0" lvl="0" indent="0" algn="just" rtl="0">
              <a:spcBef>
                <a:spcPts val="0"/>
              </a:spcBef>
              <a:spcAft>
                <a:spcPts val="0"/>
              </a:spcAft>
              <a:buNone/>
            </a:pPr>
            <a:r>
              <a:rPr lang="en-GB" sz="2000" b="1">
                <a:solidFill>
                  <a:schemeClr val="dk1"/>
                </a:solidFill>
                <a:latin typeface="Roboto" panose="02000000000000000000"/>
                <a:ea typeface="Roboto" panose="02000000000000000000"/>
                <a:cs typeface="Roboto" panose="02000000000000000000"/>
                <a:sym typeface="Roboto" panose="02000000000000000000"/>
              </a:rPr>
              <a:t>Why?</a:t>
            </a:r>
            <a:endParaRPr sz="2000" b="1">
              <a:solidFill>
                <a:schemeClr val="dk1"/>
              </a:solidFill>
              <a:latin typeface="Roboto" panose="02000000000000000000"/>
              <a:ea typeface="Roboto" panose="02000000000000000000"/>
              <a:cs typeface="Roboto" panose="02000000000000000000"/>
              <a:sym typeface="Roboto" panose="02000000000000000000"/>
            </a:endParaRPr>
          </a:p>
          <a:p>
            <a:pPr marL="0" lvl="0" indent="0" algn="just" rtl="0">
              <a:spcBef>
                <a:spcPts val="0"/>
              </a:spcBef>
              <a:spcAft>
                <a:spcPts val="0"/>
              </a:spcAft>
              <a:buNone/>
            </a:pPr>
            <a:r>
              <a:rPr lang="en-GB">
                <a:solidFill>
                  <a:srgbClr val="363636"/>
                </a:solidFill>
                <a:highlight>
                  <a:schemeClr val="lt1"/>
                </a:highlight>
              </a:rPr>
              <a:t>             </a:t>
            </a:r>
            <a:r>
              <a:rPr lang="en-GB" sz="1800">
                <a:solidFill>
                  <a:srgbClr val="363636"/>
                </a:solidFill>
                <a:highlight>
                  <a:schemeClr val="lt1"/>
                </a:highlight>
              </a:rPr>
              <a:t>Analogies require students to develop useful learning strategies that help them understand the relationship between words and how they fit together.</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99" name="Shape 199"/>
        <p:cNvGrpSpPr/>
        <p:nvPr/>
      </p:nvGrpSpPr>
      <p:grpSpPr>
        <a:xfrm>
          <a:off x="0" y="0"/>
          <a:ext cx="0" cy="0"/>
          <a:chOff x="0" y="0"/>
          <a:chExt cx="0" cy="0"/>
        </a:xfrm>
      </p:grpSpPr>
      <p:pic>
        <p:nvPicPr>
          <p:cNvPr id="200" name="Google Shape;200;g156ec278577_0_321"/>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01" name="Google Shape;201;g156ec278577_0_321"/>
          <p:cNvPicPr preferRelativeResize="0"/>
          <p:nvPr/>
        </p:nvPicPr>
        <p:blipFill rotWithShape="1">
          <a:blip r:embed="rId2"/>
          <a:srcRect l="8630" r="8622" b="57237"/>
          <a:stretch>
            <a:fillRect/>
          </a:stretch>
        </p:blipFill>
        <p:spPr>
          <a:xfrm rot="10800000" flipH="1">
            <a:off x="0" y="8087"/>
            <a:ext cx="3564399" cy="926125"/>
          </a:xfrm>
          <a:prstGeom prst="rect">
            <a:avLst/>
          </a:prstGeom>
          <a:noFill/>
          <a:ln>
            <a:noFill/>
          </a:ln>
        </p:spPr>
      </p:pic>
      <p:sp>
        <p:nvSpPr>
          <p:cNvPr id="202" name="Google Shape;202;g156ec278577_0_321"/>
          <p:cNvSpPr/>
          <p:nvPr/>
        </p:nvSpPr>
        <p:spPr>
          <a:xfrm>
            <a:off x="2761050" y="588150"/>
            <a:ext cx="3621900" cy="4122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b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b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  CONCEPTS</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03" name="Google Shape;203;g156ec278577_0_321"/>
          <p:cNvSpPr txBox="1"/>
          <p:nvPr/>
        </p:nvSpPr>
        <p:spPr>
          <a:xfrm>
            <a:off x="228600" y="1295400"/>
            <a:ext cx="8809200" cy="37866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Clr>
                <a:schemeClr val="dk1"/>
              </a:buClr>
              <a:buSzPts val="1400"/>
              <a:buFont typeface="Arial" panose="020B0604020202020204"/>
              <a:buNone/>
            </a:pPr>
            <a:r>
              <a:rPr lang="en-GB" sz="1800" b="1">
                <a:solidFill>
                  <a:srgbClr val="222222"/>
                </a:solidFill>
                <a:highlight>
                  <a:schemeClr val="lt1"/>
                </a:highlight>
              </a:rPr>
              <a:t>It plays a significant role </a:t>
            </a:r>
            <a:endParaRPr sz="1800" b="1">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Problem solving</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Decision making</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Argumentation</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Perception</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Generalization</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Memory</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Creativity</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Invention</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Prediction</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Emotion</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Explanation </a:t>
            </a:r>
            <a:endParaRPr sz="1800">
              <a:solidFill>
                <a:srgbClr val="222222"/>
              </a:solidFill>
              <a:highlight>
                <a:schemeClr val="lt1"/>
              </a:highlight>
            </a:endParaRPr>
          </a:p>
          <a:p>
            <a:pPr marL="457200" lvl="0" indent="-342900" algn="just" rtl="0">
              <a:spcBef>
                <a:spcPts val="0"/>
              </a:spcBef>
              <a:spcAft>
                <a:spcPts val="0"/>
              </a:spcAft>
              <a:buClr>
                <a:srgbClr val="222222"/>
              </a:buClr>
              <a:buSzPts val="1800"/>
              <a:buChar char="●"/>
            </a:pPr>
            <a:r>
              <a:rPr lang="en-GB" sz="1800">
                <a:solidFill>
                  <a:srgbClr val="222222"/>
                </a:solidFill>
                <a:highlight>
                  <a:schemeClr val="lt1"/>
                </a:highlight>
              </a:rPr>
              <a:t>Conceptualization and Communication.</a:t>
            </a:r>
            <a:endParaRPr sz="1800" b="1">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07" name="Shape 207"/>
        <p:cNvGrpSpPr/>
        <p:nvPr/>
      </p:nvGrpSpPr>
      <p:grpSpPr>
        <a:xfrm>
          <a:off x="0" y="0"/>
          <a:ext cx="0" cy="0"/>
          <a:chOff x="0" y="0"/>
          <a:chExt cx="0" cy="0"/>
        </a:xfrm>
      </p:grpSpPr>
      <p:pic>
        <p:nvPicPr>
          <p:cNvPr id="208" name="Google Shape;208;g156ec278577_0_328"/>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09" name="Google Shape;209;g156ec278577_0_328"/>
          <p:cNvPicPr preferRelativeResize="0"/>
          <p:nvPr/>
        </p:nvPicPr>
        <p:blipFill rotWithShape="1">
          <a:blip r:embed="rId2"/>
          <a:srcRect l="8630" r="8622" b="57237"/>
          <a:stretch>
            <a:fillRect/>
          </a:stretch>
        </p:blipFill>
        <p:spPr>
          <a:xfrm rot="10800000" flipH="1">
            <a:off x="0" y="8087"/>
            <a:ext cx="3564399" cy="926125"/>
          </a:xfrm>
          <a:prstGeom prst="rect">
            <a:avLst/>
          </a:prstGeom>
          <a:noFill/>
          <a:ln>
            <a:noFill/>
          </a:ln>
        </p:spPr>
      </p:pic>
      <p:sp>
        <p:nvSpPr>
          <p:cNvPr id="210" name="Google Shape;210;g156ec278577_0_328"/>
          <p:cNvSpPr/>
          <p:nvPr/>
        </p:nvSpPr>
        <p:spPr>
          <a:xfrm>
            <a:off x="2761050" y="588150"/>
            <a:ext cx="3621900" cy="4122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b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b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  CONCEPTS</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aphicFrame>
        <p:nvGraphicFramePr>
          <p:cNvPr id="211" name="Google Shape;211;g156ec278577_0_328"/>
          <p:cNvGraphicFramePr/>
          <p:nvPr/>
        </p:nvGraphicFramePr>
        <p:xfrm>
          <a:off x="367250" y="1288725"/>
          <a:ext cx="7239000" cy="3564650"/>
        </p:xfrm>
        <a:graphic>
          <a:graphicData uri="http://schemas.openxmlformats.org/drawingml/2006/table">
            <a:tbl>
              <a:tblPr>
                <a:noFill/>
                <a:tableStyleId>{4267D0F0-C001-4C77-8537-82636AA86F23}</a:tableStyleId>
              </a:tblPr>
              <a:tblGrid>
                <a:gridCol w="3619500"/>
                <a:gridCol w="3619500"/>
              </a:tblGrid>
              <a:tr h="474850">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u="none" strike="noStrike" cap="none">
                          <a:latin typeface="Roboto" panose="02000000000000000000"/>
                          <a:ea typeface="Roboto" panose="02000000000000000000"/>
                          <a:cs typeface="Roboto" panose="02000000000000000000"/>
                          <a:sym typeface="Roboto" panose="02000000000000000000"/>
                        </a:rPr>
                        <a:t>RELATIONSHIPS</a:t>
                      </a:r>
                      <a:endParaRPr sz="2000" b="1" u="none" strike="noStrike" cap="none">
                        <a:latin typeface="Roboto" panose="02000000000000000000"/>
                        <a:ea typeface="Roboto" panose="02000000000000000000"/>
                        <a:cs typeface="Roboto" panose="02000000000000000000"/>
                        <a:sym typeface="Roboto" panose="02000000000000000000"/>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u="none" strike="noStrike" cap="none">
                          <a:latin typeface="Roboto" panose="02000000000000000000"/>
                          <a:ea typeface="Roboto" panose="02000000000000000000"/>
                          <a:cs typeface="Roboto" panose="02000000000000000000"/>
                          <a:sym typeface="Roboto" panose="02000000000000000000"/>
                        </a:rPr>
                        <a:t>EXAMPLES</a:t>
                      </a:r>
                      <a:endParaRPr sz="2000" b="1" u="none" strike="noStrike" cap="none">
                        <a:latin typeface="Roboto" panose="02000000000000000000"/>
                        <a:ea typeface="Roboto" panose="02000000000000000000"/>
                        <a:cs typeface="Roboto" panose="02000000000000000000"/>
                        <a:sym typeface="Roboto" panose="02000000000000000000"/>
                      </a:endParaRPr>
                    </a:p>
                  </a:txBody>
                  <a:tcPr marL="91425" marR="91425" marT="91425" marB="91425"/>
                </a:tc>
              </a:tr>
              <a:tr h="386225">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Part and whole</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hand: human:: fin: fish</a:t>
                      </a:r>
                      <a:endParaRPr sz="1400" u="none" strike="noStrike" cap="none"/>
                    </a:p>
                  </a:txBody>
                  <a:tcPr marL="91425" marR="91425" marT="91425" marB="91425"/>
                </a:tc>
              </a:tr>
              <a:tr h="386225">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Action : object</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Drive : car:: ride: bike</a:t>
                      </a:r>
                      <a:endParaRPr sz="1400" u="none" strike="noStrike" cap="none"/>
                    </a:p>
                  </a:txBody>
                  <a:tcPr marL="91425" marR="91425" marT="91425" marB="91425"/>
                </a:tc>
              </a:tr>
              <a:tr h="386225">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Synonyms</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Large: huge::small: tiny</a:t>
                      </a:r>
                      <a:endParaRPr sz="1400" u="none" strike="noStrike" cap="none"/>
                    </a:p>
                  </a:txBody>
                  <a:tcPr marL="91425" marR="91425" marT="91425" marB="91425"/>
                </a:tc>
              </a:tr>
              <a:tr h="386225">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Antonyms</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old: new::good: bad</a:t>
                      </a:r>
                      <a:endParaRPr sz="1400" u="none" strike="noStrike" cap="none"/>
                    </a:p>
                  </a:txBody>
                  <a:tcPr marL="91425" marR="91425" marT="91425" marB="91425"/>
                </a:tc>
              </a:tr>
              <a:tr h="386225">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Location</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lion: forest :: fish: ocean</a:t>
                      </a:r>
                      <a:endParaRPr sz="1400" u="none" strike="noStrike" cap="none"/>
                    </a:p>
                  </a:txBody>
                  <a:tcPr marL="91425" marR="91425" marT="91425" marB="91425"/>
                </a:tc>
              </a:tr>
              <a:tr h="386225">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Function</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scissors: cut:: shovel: dig</a:t>
                      </a:r>
                      <a:endParaRPr sz="1400" u="none" strike="noStrike" cap="none"/>
                    </a:p>
                  </a:txBody>
                  <a:tcPr marL="91425" marR="91425" marT="91425" marB="91425"/>
                </a:tc>
              </a:tr>
              <a:tr h="386225">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Cause and effect</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rain: flood::earthquake: tsunami</a:t>
                      </a:r>
                      <a:endParaRPr sz="1400" u="none" strike="noStrike" cap="none"/>
                    </a:p>
                  </a:txBody>
                  <a:tcPr marL="91425" marR="91425" marT="91425" marB="91425"/>
                </a:tc>
              </a:tr>
              <a:tr h="386225">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Degree</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drizzling: raining::heating: boiling</a:t>
                      </a:r>
                      <a:endParaRPr sz="1400" u="none" strike="noStrike" cap="none"/>
                    </a:p>
                  </a:txBody>
                  <a:tcPr marL="91425" marR="91425" marT="91425" marB="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15" name="Shape 215"/>
        <p:cNvGrpSpPr/>
        <p:nvPr/>
      </p:nvGrpSpPr>
      <p:grpSpPr>
        <a:xfrm>
          <a:off x="0" y="0"/>
          <a:ext cx="0" cy="0"/>
          <a:chOff x="0" y="0"/>
          <a:chExt cx="0" cy="0"/>
        </a:xfrm>
      </p:grpSpPr>
      <p:pic>
        <p:nvPicPr>
          <p:cNvPr id="216" name="Google Shape;216;g156ec278577_0_336"/>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17" name="Google Shape;217;g156ec278577_0_336"/>
          <p:cNvPicPr preferRelativeResize="0"/>
          <p:nvPr/>
        </p:nvPicPr>
        <p:blipFill rotWithShape="1">
          <a:blip r:embed="rId2"/>
          <a:srcRect l="8630" r="8622" b="57237"/>
          <a:stretch>
            <a:fillRect/>
          </a:stretch>
        </p:blipFill>
        <p:spPr>
          <a:xfrm rot="10800000" flipH="1">
            <a:off x="0" y="8087"/>
            <a:ext cx="3564399" cy="926125"/>
          </a:xfrm>
          <a:prstGeom prst="rect">
            <a:avLst/>
          </a:prstGeom>
          <a:noFill/>
          <a:ln>
            <a:noFill/>
          </a:ln>
        </p:spPr>
      </p:pic>
      <p:sp>
        <p:nvSpPr>
          <p:cNvPr id="218" name="Google Shape;218;g156ec278577_0_336"/>
          <p:cNvSpPr/>
          <p:nvPr/>
        </p:nvSpPr>
        <p:spPr>
          <a:xfrm>
            <a:off x="2761050" y="588150"/>
            <a:ext cx="3621900" cy="4122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b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b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  CONCEPTS</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aphicFrame>
        <p:nvGraphicFramePr>
          <p:cNvPr id="219" name="Google Shape;219;g156ec278577_0_336"/>
          <p:cNvGraphicFramePr/>
          <p:nvPr/>
        </p:nvGraphicFramePr>
        <p:xfrm>
          <a:off x="365500" y="1450975"/>
          <a:ext cx="7239000" cy="3437600"/>
        </p:xfrm>
        <a:graphic>
          <a:graphicData uri="http://schemas.openxmlformats.org/drawingml/2006/table">
            <a:tbl>
              <a:tblPr>
                <a:noFill/>
                <a:tableStyleId>{4267D0F0-C001-4C77-8537-82636AA86F23}</a:tableStyleId>
              </a:tblPr>
              <a:tblGrid>
                <a:gridCol w="3619500"/>
                <a:gridCol w="3619500"/>
              </a:tblGrid>
              <a:tr h="440900">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u="none" strike="noStrike" cap="none">
                          <a:latin typeface="Roboto" panose="02000000000000000000"/>
                          <a:ea typeface="Roboto" panose="02000000000000000000"/>
                          <a:cs typeface="Roboto" panose="02000000000000000000"/>
                          <a:sym typeface="Roboto" panose="02000000000000000000"/>
                        </a:rPr>
                        <a:t>RELATIONSHIPS</a:t>
                      </a:r>
                      <a:endParaRPr sz="2000" b="1" u="none" strike="noStrike" cap="none">
                        <a:latin typeface="Roboto" panose="02000000000000000000"/>
                        <a:ea typeface="Roboto" panose="02000000000000000000"/>
                        <a:cs typeface="Roboto" panose="02000000000000000000"/>
                        <a:sym typeface="Roboto" panose="02000000000000000000"/>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u="none" strike="noStrike" cap="none">
                          <a:latin typeface="Roboto" panose="02000000000000000000"/>
                          <a:ea typeface="Roboto" panose="02000000000000000000"/>
                          <a:cs typeface="Roboto" panose="02000000000000000000"/>
                          <a:sym typeface="Roboto" panose="02000000000000000000"/>
                        </a:rPr>
                        <a:t>EXAMPLES</a:t>
                      </a:r>
                      <a:endParaRPr sz="2000" b="1" u="none" strike="noStrike" cap="none">
                        <a:latin typeface="Roboto" panose="02000000000000000000"/>
                        <a:ea typeface="Roboto" panose="02000000000000000000"/>
                        <a:cs typeface="Roboto" panose="02000000000000000000"/>
                        <a:sym typeface="Roboto" panose="02000000000000000000"/>
                      </a:endParaRPr>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Characteristic</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elephant: large::giraffe: tall</a:t>
                      </a:r>
                      <a:endParaRPr sz="1400" u="none" strike="noStrike" cap="none"/>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Brand: product</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 Parker: pen::puma: shoes</a:t>
                      </a:r>
                      <a:endParaRPr sz="1400" u="none" strike="noStrike" cap="none"/>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Object: usage</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cup: coffee::goblet: wine</a:t>
                      </a:r>
                      <a:endParaRPr sz="1400" u="none" strike="noStrike" cap="none"/>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Event: emotion</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success: joy::failure: sorrow</a:t>
                      </a:r>
                      <a:endParaRPr sz="1400" u="none" strike="noStrike" cap="none"/>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Object: classification</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knife: weapon::pant: clothing</a:t>
                      </a:r>
                      <a:endParaRPr sz="1400" u="none" strike="noStrike" cap="none"/>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Effort: result</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write: letter::build: house</a:t>
                      </a:r>
                      <a:endParaRPr sz="1400" u="none" strike="noStrike" cap="none"/>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Things that go together</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salt: pepper::fork: knife</a:t>
                      </a:r>
                      <a:endParaRPr sz="1400" u="none" strike="noStrike" cap="none"/>
                    </a:p>
                  </a:txBody>
                  <a:tcPr marL="91425" marR="91425" marT="91425" marB="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23" name="Shape 223"/>
        <p:cNvGrpSpPr/>
        <p:nvPr/>
      </p:nvGrpSpPr>
      <p:grpSpPr>
        <a:xfrm>
          <a:off x="0" y="0"/>
          <a:ext cx="0" cy="0"/>
          <a:chOff x="0" y="0"/>
          <a:chExt cx="0" cy="0"/>
        </a:xfrm>
      </p:grpSpPr>
      <p:pic>
        <p:nvPicPr>
          <p:cNvPr id="224" name="Google Shape;224;g156ec278577_0_344"/>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25" name="Google Shape;225;g156ec278577_0_344"/>
          <p:cNvPicPr preferRelativeResize="0"/>
          <p:nvPr/>
        </p:nvPicPr>
        <p:blipFill rotWithShape="1">
          <a:blip r:embed="rId2"/>
          <a:srcRect l="8630" r="8622" b="57237"/>
          <a:stretch>
            <a:fillRect/>
          </a:stretch>
        </p:blipFill>
        <p:spPr>
          <a:xfrm rot="10800000" flipH="1">
            <a:off x="0" y="8087"/>
            <a:ext cx="3564399" cy="926125"/>
          </a:xfrm>
          <a:prstGeom prst="rect">
            <a:avLst/>
          </a:prstGeom>
          <a:noFill/>
          <a:ln>
            <a:noFill/>
          </a:ln>
        </p:spPr>
      </p:pic>
      <p:sp>
        <p:nvSpPr>
          <p:cNvPr id="226" name="Google Shape;226;g156ec278577_0_344"/>
          <p:cNvSpPr/>
          <p:nvPr/>
        </p:nvSpPr>
        <p:spPr>
          <a:xfrm>
            <a:off x="2761050" y="588150"/>
            <a:ext cx="3621900" cy="4122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panose="020B0604020202020204"/>
              <a:buNone/>
            </a:pPr>
            <a:b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b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  CONCEPTS</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aphicFrame>
        <p:nvGraphicFramePr>
          <p:cNvPr id="227" name="Google Shape;227;g156ec278577_0_344"/>
          <p:cNvGraphicFramePr/>
          <p:nvPr/>
        </p:nvGraphicFramePr>
        <p:xfrm>
          <a:off x="327025" y="1685775"/>
          <a:ext cx="7239000" cy="3000000"/>
        </p:xfrm>
        <a:graphic>
          <a:graphicData uri="http://schemas.openxmlformats.org/drawingml/2006/table">
            <a:tbl>
              <a:tblPr>
                <a:noFill/>
                <a:tableStyleId>{4267D0F0-C001-4C77-8537-82636AA86F23}</a:tableStyleId>
              </a:tblPr>
              <a:tblGrid>
                <a:gridCol w="3619500"/>
                <a:gridCol w="3619500"/>
              </a:tblGrid>
              <a:tr h="440900">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u="none" strike="noStrike" cap="none">
                          <a:latin typeface="Roboto" panose="02000000000000000000"/>
                          <a:ea typeface="Roboto" panose="02000000000000000000"/>
                          <a:cs typeface="Roboto" panose="02000000000000000000"/>
                          <a:sym typeface="Roboto" panose="02000000000000000000"/>
                        </a:rPr>
                        <a:t>RELATIONSHIPS</a:t>
                      </a:r>
                      <a:endParaRPr sz="2000" b="1" u="none" strike="noStrike" cap="none">
                        <a:latin typeface="Roboto" panose="02000000000000000000"/>
                        <a:ea typeface="Roboto" panose="02000000000000000000"/>
                        <a:cs typeface="Roboto" panose="02000000000000000000"/>
                        <a:sym typeface="Roboto" panose="02000000000000000000"/>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u="none" strike="noStrike" cap="none">
                          <a:latin typeface="Roboto" panose="02000000000000000000"/>
                          <a:ea typeface="Roboto" panose="02000000000000000000"/>
                          <a:cs typeface="Roboto" panose="02000000000000000000"/>
                          <a:sym typeface="Roboto" panose="02000000000000000000"/>
                        </a:rPr>
                        <a:t>EXAMPLES</a:t>
                      </a:r>
                      <a:endParaRPr sz="2000" b="1" u="none" strike="noStrike" cap="none">
                        <a:latin typeface="Roboto" panose="02000000000000000000"/>
                        <a:ea typeface="Roboto" panose="02000000000000000000"/>
                        <a:cs typeface="Roboto" panose="02000000000000000000"/>
                        <a:sym typeface="Roboto" panose="02000000000000000000"/>
                      </a:endParaRPr>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Rhyme</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train:trail:grain:grail</a:t>
                      </a:r>
                      <a:endParaRPr sz="1400" u="none" strike="noStrike" cap="none"/>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Performer and action</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trainer: train::engineer: Guide</a:t>
                      </a:r>
                      <a:endParaRPr sz="1400" u="none" strike="noStrike" cap="none"/>
                    </a:p>
                  </a:txBody>
                  <a:tcPr marL="91425" marR="91425" marT="91425" marB="91425"/>
                </a:tc>
              </a:tr>
              <a:tr h="428100">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b="1" u="none" strike="noStrike" cap="none"/>
                        <a:t>Indication</a:t>
                      </a:r>
                      <a:endParaRPr sz="14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400"/>
                        <a:buFont typeface="Arial" panose="020B0604020202020204"/>
                        <a:buNone/>
                      </a:pPr>
                      <a:r>
                        <a:rPr lang="en-GB" sz="1400" u="none" strike="noStrike" cap="none"/>
                        <a:t>red: danger::white: peace</a:t>
                      </a:r>
                      <a:endParaRPr sz="1400" u="none" strike="noStrike" cap="none"/>
                    </a:p>
                  </a:txBody>
                  <a:tcPr marL="91425" marR="91425" marT="91425" marB="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31" name="Shape 231"/>
        <p:cNvGrpSpPr/>
        <p:nvPr/>
      </p:nvGrpSpPr>
      <p:grpSpPr>
        <a:xfrm>
          <a:off x="0" y="0"/>
          <a:ext cx="0" cy="0"/>
          <a:chOff x="0" y="0"/>
          <a:chExt cx="0" cy="0"/>
        </a:xfrm>
      </p:grpSpPr>
      <p:sp>
        <p:nvSpPr>
          <p:cNvPr id="232" name="Google Shape;232;g156ec278577_0_395"/>
          <p:cNvSpPr txBox="1"/>
          <p:nvPr/>
        </p:nvSpPr>
        <p:spPr>
          <a:xfrm>
            <a:off x="84350" y="1371649"/>
            <a:ext cx="8472300" cy="1806000"/>
          </a:xfrm>
          <a:prstGeom prst="rect">
            <a:avLst/>
          </a:prstGeom>
          <a:noFill/>
          <a:ln>
            <a:noFill/>
          </a:ln>
        </p:spPr>
        <p:txBody>
          <a:bodyPr spcFirstLastPara="1" wrap="square" lIns="91425" tIns="45700" rIns="91425" bIns="45700" anchor="t" anchorCtr="0">
            <a:spAutoFit/>
          </a:bodyPr>
          <a:lstStyle/>
          <a:p>
            <a:pPr marL="0" lvl="0" indent="0" algn="l" rtl="0">
              <a:spcBef>
                <a:spcPts val="800"/>
              </a:spcBef>
              <a:spcAft>
                <a:spcPts val="0"/>
              </a:spcAft>
              <a:buClr>
                <a:schemeClr val="dk1"/>
              </a:buClr>
              <a:buSzPts val="1400"/>
              <a:buFont typeface="Arial" panose="020B0604020202020204"/>
              <a:buNone/>
            </a:pPr>
            <a:r>
              <a:rPr lang="en-GB">
                <a:solidFill>
                  <a:schemeClr val="dk1"/>
                </a:solidFill>
              </a:rPr>
              <a:t>BIRD: NEST</a:t>
            </a:r>
            <a:endParaRPr>
              <a:solidFill>
                <a:schemeClr val="dk1"/>
              </a:solidFill>
            </a:endParaRPr>
          </a:p>
          <a:p>
            <a:pPr marL="0" lvl="0" indent="0" algn="l" rtl="0">
              <a:spcBef>
                <a:spcPts val="800"/>
              </a:spcBef>
              <a:spcAft>
                <a:spcPts val="0"/>
              </a:spcAft>
              <a:buClr>
                <a:schemeClr val="dk1"/>
              </a:buClr>
              <a:buSzPts val="1400"/>
              <a:buFont typeface="Arial" panose="020B0604020202020204"/>
              <a:buNone/>
            </a:pPr>
            <a:endParaRPr>
              <a:solidFill>
                <a:schemeClr val="dk1"/>
              </a:solidFill>
            </a:endParaRPr>
          </a:p>
          <a:p>
            <a:pPr marL="457200" lvl="0" indent="-317500" algn="l" rtl="0">
              <a:spcBef>
                <a:spcPts val="800"/>
              </a:spcBef>
              <a:spcAft>
                <a:spcPts val="0"/>
              </a:spcAft>
              <a:buClr>
                <a:schemeClr val="dk1"/>
              </a:buClr>
              <a:buSzPts val="1400"/>
              <a:buAutoNum type="alphaUcParenR"/>
            </a:pPr>
            <a:r>
              <a:rPr lang="en-GB">
                <a:solidFill>
                  <a:schemeClr val="dk1"/>
                </a:solidFill>
              </a:rPr>
              <a:t>Horse: Farm</a:t>
            </a:r>
            <a:endParaRPr>
              <a:solidFill>
                <a:schemeClr val="dk1"/>
              </a:solidFill>
            </a:endParaRPr>
          </a:p>
          <a:p>
            <a:pPr marL="457200" lvl="0" indent="-317500" algn="l" rtl="0">
              <a:spcBef>
                <a:spcPts val="0"/>
              </a:spcBef>
              <a:spcAft>
                <a:spcPts val="0"/>
              </a:spcAft>
              <a:buClr>
                <a:schemeClr val="dk1"/>
              </a:buClr>
              <a:buSzPts val="1400"/>
              <a:buAutoNum type="alphaUcParenR"/>
            </a:pPr>
            <a:r>
              <a:rPr lang="en-GB">
                <a:solidFill>
                  <a:schemeClr val="dk1"/>
                </a:solidFill>
              </a:rPr>
              <a:t>Squirrel: Tree</a:t>
            </a:r>
            <a:endParaRPr>
              <a:solidFill>
                <a:schemeClr val="dk1"/>
              </a:solidFill>
            </a:endParaRPr>
          </a:p>
          <a:p>
            <a:pPr marL="457200" lvl="0" indent="-317500" algn="l" rtl="0">
              <a:spcBef>
                <a:spcPts val="0"/>
              </a:spcBef>
              <a:spcAft>
                <a:spcPts val="0"/>
              </a:spcAft>
              <a:buClr>
                <a:schemeClr val="dk1"/>
              </a:buClr>
              <a:buSzPts val="1400"/>
              <a:buAutoNum type="alphaUcParenR"/>
            </a:pPr>
            <a:r>
              <a:rPr lang="en-GB">
                <a:solidFill>
                  <a:schemeClr val="dk1"/>
                </a:solidFill>
              </a:rPr>
              <a:t>Beaver: Dam</a:t>
            </a:r>
            <a:endParaRPr>
              <a:solidFill>
                <a:schemeClr val="dk1"/>
              </a:solidFill>
            </a:endParaRPr>
          </a:p>
          <a:p>
            <a:pPr marL="457200" lvl="0" indent="-317500" algn="l" rtl="0">
              <a:spcBef>
                <a:spcPts val="0"/>
              </a:spcBef>
              <a:spcAft>
                <a:spcPts val="0"/>
              </a:spcAft>
              <a:buClr>
                <a:schemeClr val="dk1"/>
              </a:buClr>
              <a:buSzPts val="1400"/>
              <a:buAutoNum type="alphaUcParenR"/>
            </a:pPr>
            <a:r>
              <a:rPr lang="en-GB">
                <a:solidFill>
                  <a:schemeClr val="dk1"/>
                </a:solidFill>
                <a:highlight>
                  <a:schemeClr val="lt1"/>
                </a:highlight>
              </a:rPr>
              <a:t>cat : kitchen</a:t>
            </a:r>
            <a:endParaRPr>
              <a:solidFill>
                <a:schemeClr val="dk1"/>
              </a:solidFill>
              <a:highlight>
                <a:schemeClr val="lt1"/>
              </a:highlight>
            </a:endParaRPr>
          </a:p>
          <a:p>
            <a:pPr marL="457200" lvl="0" indent="-317500" algn="l" rtl="0">
              <a:spcBef>
                <a:spcPts val="0"/>
              </a:spcBef>
              <a:spcAft>
                <a:spcPts val="0"/>
              </a:spcAft>
              <a:buClr>
                <a:schemeClr val="dk1"/>
              </a:buClr>
              <a:buSzPts val="1400"/>
              <a:buAutoNum type="alphaUcParenR"/>
            </a:pPr>
            <a:r>
              <a:rPr lang="en-GB">
                <a:solidFill>
                  <a:schemeClr val="dk1"/>
                </a:solidFill>
                <a:highlight>
                  <a:schemeClr val="lt1"/>
                </a:highlight>
              </a:rPr>
              <a:t>book : library</a:t>
            </a:r>
            <a:endParaRPr sz="1800" b="1">
              <a:solidFill>
                <a:schemeClr val="dk1"/>
              </a:solidFill>
            </a:endParaRPr>
          </a:p>
        </p:txBody>
      </p:sp>
      <p:pic>
        <p:nvPicPr>
          <p:cNvPr id="233" name="Google Shape;233;g156ec278577_0_395"/>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34" name="Google Shape;234;g156ec278577_0_395"/>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235" name="Google Shape;235;g156ec278577_0_395"/>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Q01</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36" name="Google Shape;236;g156ec278577_0_395"/>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C</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animEffect transition="in" filter="fade">
                                      <p:cBhvr>
                                        <p:cTn id="7"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240" name="Shape 240"/>
        <p:cNvGrpSpPr/>
        <p:nvPr/>
      </p:nvGrpSpPr>
      <p:grpSpPr>
        <a:xfrm>
          <a:off x="0" y="0"/>
          <a:ext cx="0" cy="0"/>
          <a:chOff x="0" y="0"/>
          <a:chExt cx="0" cy="0"/>
        </a:xfrm>
      </p:grpSpPr>
      <p:sp>
        <p:nvSpPr>
          <p:cNvPr id="241" name="Google Shape;241;g156ec278577_0_534"/>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242" name="Google Shape;242;g156ec278577_0_534"/>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43" name="Google Shape;243;g156ec278577_0_534"/>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244" name="Google Shape;244;g156ec278577_0_534"/>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Q01</a:t>
            </a:r>
            <a:endParaRPr sz="2000" b="1">
              <a:solidFill>
                <a:srgbClr val="FFFFFF"/>
              </a:solidFill>
            </a:endParaRPr>
          </a:p>
        </p:txBody>
      </p:sp>
      <p:sp>
        <p:nvSpPr>
          <p:cNvPr id="245" name="Google Shape;245;g156ec278577_0_534"/>
          <p:cNvSpPr txBox="1"/>
          <p:nvPr/>
        </p:nvSpPr>
        <p:spPr>
          <a:xfrm>
            <a:off x="150350" y="1400350"/>
            <a:ext cx="7410900" cy="461700"/>
          </a:xfrm>
          <a:prstGeom prst="rect">
            <a:avLst/>
          </a:prstGeom>
          <a:noFill/>
          <a:ln>
            <a:noFill/>
          </a:ln>
        </p:spPr>
        <p:txBody>
          <a:bodyPr spcFirstLastPara="1" wrap="square" lIns="91425" tIns="91425" rIns="91425" bIns="91425" anchor="t" anchorCtr="0">
            <a:spAutoFit/>
          </a:bodyPr>
          <a:lstStyle/>
          <a:p>
            <a:pPr marL="0" lvl="0" indent="0" algn="l" rtl="0">
              <a:spcBef>
                <a:spcPts val="800"/>
              </a:spcBef>
              <a:spcAft>
                <a:spcPts val="800"/>
              </a:spcAft>
              <a:buNone/>
            </a:pPr>
            <a:r>
              <a:rPr lang="en-GB" sz="1800">
                <a:solidFill>
                  <a:schemeClr val="dk1"/>
                </a:solidFill>
                <a:highlight>
                  <a:schemeClr val="lt1"/>
                </a:highlight>
              </a:rPr>
              <a:t>Bird makes nest as beaver makes dam.</a:t>
            </a:r>
            <a:endParaRPr sz="1800">
              <a:solidFill>
                <a:schemeClr val="dk1"/>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49" name="Shape 249"/>
        <p:cNvGrpSpPr/>
        <p:nvPr/>
      </p:nvGrpSpPr>
      <p:grpSpPr>
        <a:xfrm>
          <a:off x="0" y="0"/>
          <a:ext cx="0" cy="0"/>
          <a:chOff x="0" y="0"/>
          <a:chExt cx="0" cy="0"/>
        </a:xfrm>
      </p:grpSpPr>
      <p:sp>
        <p:nvSpPr>
          <p:cNvPr id="250" name="Google Shape;250;g156ec278577_0_525"/>
          <p:cNvSpPr txBox="1"/>
          <p:nvPr/>
        </p:nvSpPr>
        <p:spPr>
          <a:xfrm>
            <a:off x="84350" y="1371649"/>
            <a:ext cx="8472300" cy="22371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400"/>
              <a:buFont typeface="Arial" panose="020B0604020202020204"/>
              <a:buNone/>
            </a:pPr>
            <a:r>
              <a:rPr lang="en-GB" sz="1800">
                <a:solidFill>
                  <a:schemeClr val="dk1"/>
                </a:solidFill>
                <a:highlight>
                  <a:schemeClr val="lt1"/>
                </a:highlight>
              </a:rPr>
              <a:t>TENET : THEOLOGIAN</a:t>
            </a:r>
            <a:endParaRPr sz="1800">
              <a:solidFill>
                <a:schemeClr val="dk1"/>
              </a:solidFill>
              <a:highlight>
                <a:schemeClr val="lt1"/>
              </a:highlight>
            </a:endParaRPr>
          </a:p>
          <a:p>
            <a:pPr marL="0" lvl="0" indent="0" algn="l" rtl="0">
              <a:spcBef>
                <a:spcPts val="800"/>
              </a:spcBef>
              <a:spcAft>
                <a:spcPts val="0"/>
              </a:spcAft>
              <a:buClr>
                <a:schemeClr val="dk1"/>
              </a:buClr>
              <a:buSzPts val="1400"/>
              <a:buFont typeface="Arial" panose="020B0604020202020204"/>
              <a:buNone/>
            </a:pPr>
            <a:endParaRPr sz="1800">
              <a:solidFill>
                <a:schemeClr val="dk1"/>
              </a:solidFill>
              <a:highlight>
                <a:schemeClr val="lt1"/>
              </a:highlight>
            </a:endParaRPr>
          </a:p>
          <a:p>
            <a:pPr marL="457200" lvl="0" indent="-342900" algn="l" rtl="0">
              <a:spcBef>
                <a:spcPts val="800"/>
              </a:spcBef>
              <a:spcAft>
                <a:spcPts val="0"/>
              </a:spcAft>
              <a:buClr>
                <a:schemeClr val="dk1"/>
              </a:buClr>
              <a:buSzPts val="1800"/>
              <a:buAutoNum type="alphaUcParenR"/>
            </a:pPr>
            <a:r>
              <a:rPr lang="en-GB" sz="1800">
                <a:solidFill>
                  <a:schemeClr val="dk1"/>
                </a:solidFill>
                <a:highlight>
                  <a:schemeClr val="lt1"/>
                </a:highlight>
              </a:rPr>
              <a:t>Predecessor : Heir</a:t>
            </a:r>
            <a:endParaRPr sz="1800">
              <a:solidFill>
                <a:schemeClr val="dk1"/>
              </a:solidFill>
              <a:highlight>
                <a:schemeClr val="lt1"/>
              </a:highlight>
            </a:endParaRPr>
          </a:p>
          <a:p>
            <a:pPr marL="457200" lvl="0" indent="-342900" algn="l" rtl="0">
              <a:spcBef>
                <a:spcPts val="0"/>
              </a:spcBef>
              <a:spcAft>
                <a:spcPts val="0"/>
              </a:spcAft>
              <a:buClr>
                <a:schemeClr val="dk1"/>
              </a:buClr>
              <a:buSzPts val="1800"/>
              <a:buAutoNum type="alphaUcParenR"/>
            </a:pPr>
            <a:r>
              <a:rPr lang="en-GB" sz="1800">
                <a:solidFill>
                  <a:schemeClr val="dk1"/>
                </a:solidFill>
                <a:highlight>
                  <a:schemeClr val="lt1"/>
                </a:highlight>
              </a:rPr>
              <a:t>Hypothesis : Scientist</a:t>
            </a:r>
            <a:endParaRPr sz="1800">
              <a:solidFill>
                <a:schemeClr val="dk1"/>
              </a:solidFill>
              <a:highlight>
                <a:schemeClr val="lt1"/>
              </a:highlight>
            </a:endParaRPr>
          </a:p>
          <a:p>
            <a:pPr marL="457200" lvl="0" indent="-342900" algn="l" rtl="0">
              <a:spcBef>
                <a:spcPts val="0"/>
              </a:spcBef>
              <a:spcAft>
                <a:spcPts val="0"/>
              </a:spcAft>
              <a:buClr>
                <a:schemeClr val="dk1"/>
              </a:buClr>
              <a:buSzPts val="1800"/>
              <a:buAutoNum type="alphaUcParenR"/>
            </a:pPr>
            <a:r>
              <a:rPr lang="en-GB" sz="1800">
                <a:solidFill>
                  <a:schemeClr val="dk1"/>
                </a:solidFill>
                <a:highlight>
                  <a:schemeClr val="lt1"/>
                </a:highlight>
              </a:rPr>
              <a:t>Recluse : Rivalry</a:t>
            </a:r>
            <a:endParaRPr sz="1800">
              <a:solidFill>
                <a:schemeClr val="dk1"/>
              </a:solidFill>
              <a:highlight>
                <a:schemeClr val="lt1"/>
              </a:highlight>
            </a:endParaRPr>
          </a:p>
          <a:p>
            <a:pPr marL="457200" lvl="0" indent="-342900" algn="l" rtl="0">
              <a:spcBef>
                <a:spcPts val="0"/>
              </a:spcBef>
              <a:spcAft>
                <a:spcPts val="0"/>
              </a:spcAft>
              <a:buClr>
                <a:schemeClr val="dk1"/>
              </a:buClr>
              <a:buSzPts val="1800"/>
              <a:buAutoNum type="alphaUcParenR"/>
            </a:pPr>
            <a:r>
              <a:rPr lang="en-GB" sz="1800">
                <a:solidFill>
                  <a:schemeClr val="dk1"/>
                </a:solidFill>
                <a:highlight>
                  <a:schemeClr val="lt1"/>
                </a:highlight>
              </a:rPr>
              <a:t>Arrogance : Persecution</a:t>
            </a:r>
            <a:endParaRPr sz="1800">
              <a:solidFill>
                <a:schemeClr val="dk1"/>
              </a:solidFill>
              <a:highlight>
                <a:schemeClr val="lt1"/>
              </a:highlight>
            </a:endParaRPr>
          </a:p>
          <a:p>
            <a:pPr marL="457200" lvl="0" indent="-342900" algn="l" rtl="0">
              <a:spcBef>
                <a:spcPts val="0"/>
              </a:spcBef>
              <a:spcAft>
                <a:spcPts val="0"/>
              </a:spcAft>
              <a:buClr>
                <a:schemeClr val="dk1"/>
              </a:buClr>
              <a:buSzPts val="1800"/>
              <a:buAutoNum type="alphaUcParenR"/>
            </a:pPr>
            <a:r>
              <a:rPr lang="en-GB" sz="1800">
                <a:solidFill>
                  <a:schemeClr val="dk1"/>
                </a:solidFill>
                <a:highlight>
                  <a:schemeClr val="lt1"/>
                </a:highlight>
              </a:rPr>
              <a:t>Guitarist : Rock band</a:t>
            </a:r>
            <a:endParaRPr sz="1800">
              <a:solidFill>
                <a:schemeClr val="dk1"/>
              </a:solidFill>
            </a:endParaRPr>
          </a:p>
        </p:txBody>
      </p:sp>
      <p:pic>
        <p:nvPicPr>
          <p:cNvPr id="251" name="Google Shape;251;g156ec278577_0_525"/>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52" name="Google Shape;252;g156ec278577_0_525"/>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253" name="Google Shape;253;g156ec278577_0_525"/>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Q0</a:t>
            </a:r>
            <a:r>
              <a:rPr lang="en-GB" sz="2000" b="1">
                <a:solidFill>
                  <a:srgbClr val="FFFFFF"/>
                </a:solidFill>
              </a:rPr>
              <a:t>2</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54" name="Google Shape;254;g156ec278577_0_525"/>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B</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10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258" name="Shape 258"/>
        <p:cNvGrpSpPr/>
        <p:nvPr/>
      </p:nvGrpSpPr>
      <p:grpSpPr>
        <a:xfrm>
          <a:off x="0" y="0"/>
          <a:ext cx="0" cy="0"/>
          <a:chOff x="0" y="0"/>
          <a:chExt cx="0" cy="0"/>
        </a:xfrm>
      </p:grpSpPr>
      <p:sp>
        <p:nvSpPr>
          <p:cNvPr id="259" name="Google Shape;259;g156ec278577_0_482"/>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260" name="Google Shape;260;g156ec278577_0_482"/>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61" name="Google Shape;261;g156ec278577_0_482"/>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262" name="Google Shape;262;g156ec278577_0_482"/>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Q02</a:t>
            </a:r>
            <a:endParaRPr sz="2000" b="1">
              <a:solidFill>
                <a:srgbClr val="FFFFFF"/>
              </a:solidFill>
            </a:endParaRPr>
          </a:p>
        </p:txBody>
      </p:sp>
      <p:sp>
        <p:nvSpPr>
          <p:cNvPr id="263" name="Google Shape;263;g156ec278577_0_482"/>
          <p:cNvSpPr txBox="1"/>
          <p:nvPr/>
        </p:nvSpPr>
        <p:spPr>
          <a:xfrm>
            <a:off x="150350" y="1400350"/>
            <a:ext cx="84249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800"/>
              </a:spcAft>
              <a:buClr>
                <a:schemeClr val="dk1"/>
              </a:buClr>
              <a:buSzPts val="1400"/>
              <a:buFont typeface="Arial" panose="020B0604020202020204"/>
              <a:buNone/>
            </a:pPr>
            <a:r>
              <a:rPr lang="en-GB" sz="1800">
                <a:solidFill>
                  <a:schemeClr val="dk1"/>
                </a:solidFill>
                <a:highlight>
                  <a:schemeClr val="lt1"/>
                </a:highlight>
              </a:rPr>
              <a:t>Tenet means any opinion principle doctrine dogma etc. esp. one held as true by members of a profession group or movement. Theologian someone who is learned in theology or who speculates about theology.</a:t>
            </a:r>
            <a:endParaRPr sz="1800">
              <a:solidFill>
                <a:schemeClr val="dk1"/>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67" name="Shape 267"/>
        <p:cNvGrpSpPr/>
        <p:nvPr/>
      </p:nvGrpSpPr>
      <p:grpSpPr>
        <a:xfrm>
          <a:off x="0" y="0"/>
          <a:ext cx="0" cy="0"/>
          <a:chOff x="0" y="0"/>
          <a:chExt cx="0" cy="0"/>
        </a:xfrm>
      </p:grpSpPr>
      <p:sp>
        <p:nvSpPr>
          <p:cNvPr id="268" name="Google Shape;268;g156ec278577_0_542"/>
          <p:cNvSpPr txBox="1"/>
          <p:nvPr/>
        </p:nvSpPr>
        <p:spPr>
          <a:xfrm>
            <a:off x="84350" y="1371649"/>
            <a:ext cx="8472300" cy="16725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100"/>
              <a:buFont typeface="Arial" panose="020B0604020202020204"/>
              <a:buNone/>
            </a:pPr>
            <a:r>
              <a:rPr lang="en-GB" sz="1800">
                <a:solidFill>
                  <a:schemeClr val="dk1"/>
                </a:solidFill>
              </a:rPr>
              <a:t>Reading : Knowledge :: Work : ?</a:t>
            </a:r>
            <a:endParaRPr sz="1800">
              <a:solidFill>
                <a:schemeClr val="dk1"/>
              </a:solidFill>
            </a:endParaRPr>
          </a:p>
          <a:p>
            <a:pPr marL="457200" lvl="0" indent="-342900" algn="l" rtl="0">
              <a:spcBef>
                <a:spcPts val="800"/>
              </a:spcBef>
              <a:spcAft>
                <a:spcPts val="0"/>
              </a:spcAft>
              <a:buClr>
                <a:schemeClr val="dk1"/>
              </a:buClr>
              <a:buSzPts val="1800"/>
              <a:buAutoNum type="alphaUcParenR"/>
            </a:pPr>
            <a:r>
              <a:rPr lang="en-GB" sz="1800">
                <a:solidFill>
                  <a:schemeClr val="dk1"/>
                </a:solidFill>
              </a:rPr>
              <a:t>Experience</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Engagement</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Employment</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Experiment</a:t>
            </a:r>
            <a:endParaRPr sz="1800">
              <a:solidFill>
                <a:schemeClr val="dk1"/>
              </a:solidFill>
              <a:highlight>
                <a:schemeClr val="lt1"/>
              </a:highlight>
            </a:endParaRPr>
          </a:p>
        </p:txBody>
      </p:sp>
      <p:pic>
        <p:nvPicPr>
          <p:cNvPr id="269" name="Google Shape;269;g156ec278577_0_542"/>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70" name="Google Shape;270;g156ec278577_0_542"/>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271" name="Google Shape;271;g156ec278577_0_542"/>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Q0</a:t>
            </a:r>
            <a:r>
              <a:rPr lang="en-GB" sz="2000" b="1">
                <a:solidFill>
                  <a:srgbClr val="FFFFFF"/>
                </a:solidFill>
              </a:rPr>
              <a:t>3</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72" name="Google Shape;272;g156ec278577_0_542"/>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2"/>
                                        </p:tgtEl>
                                        <p:attrNameLst>
                                          <p:attrName>style.visibility</p:attrName>
                                        </p:attrNameLst>
                                      </p:cBhvr>
                                      <p:to>
                                        <p:strVal val="visible"/>
                                      </p:to>
                                    </p:set>
                                    <p:animEffect transition="in" filter="fade">
                                      <p:cBhvr>
                                        <p:cTn id="7"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276" name="Shape 276"/>
        <p:cNvGrpSpPr/>
        <p:nvPr/>
      </p:nvGrpSpPr>
      <p:grpSpPr>
        <a:xfrm>
          <a:off x="0" y="0"/>
          <a:ext cx="0" cy="0"/>
          <a:chOff x="0" y="0"/>
          <a:chExt cx="0" cy="0"/>
        </a:xfrm>
      </p:grpSpPr>
      <p:sp>
        <p:nvSpPr>
          <p:cNvPr id="277" name="Google Shape;277;g156ec278577_0_550"/>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278" name="Google Shape;278;g156ec278577_0_550"/>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79" name="Google Shape;279;g156ec278577_0_550"/>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280" name="Google Shape;280;g156ec278577_0_550"/>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Q03</a:t>
            </a:r>
            <a:endParaRPr sz="2000" b="1">
              <a:solidFill>
                <a:srgbClr val="FFFFFF"/>
              </a:solidFill>
            </a:endParaRPr>
          </a:p>
        </p:txBody>
      </p:sp>
      <p:sp>
        <p:nvSpPr>
          <p:cNvPr id="281" name="Google Shape;281;g156ec278577_0_550"/>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rgbClr val="333333"/>
                </a:solidFill>
                <a:highlight>
                  <a:schemeClr val="lt1"/>
                </a:highlight>
              </a:rPr>
              <a:t>Second comes with first</a:t>
            </a:r>
            <a:endParaRPr sz="1800">
              <a:solidFill>
                <a:schemeClr val="dk1"/>
              </a:solidFill>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85" name="Shape 285"/>
        <p:cNvGrpSpPr/>
        <p:nvPr/>
      </p:nvGrpSpPr>
      <p:grpSpPr>
        <a:xfrm>
          <a:off x="0" y="0"/>
          <a:ext cx="0" cy="0"/>
          <a:chOff x="0" y="0"/>
          <a:chExt cx="0" cy="0"/>
        </a:xfrm>
      </p:grpSpPr>
      <p:sp>
        <p:nvSpPr>
          <p:cNvPr id="286" name="Google Shape;286;g156ec278577_0_558"/>
          <p:cNvSpPr txBox="1"/>
          <p:nvPr/>
        </p:nvSpPr>
        <p:spPr>
          <a:xfrm>
            <a:off x="84350" y="1371649"/>
            <a:ext cx="8472300" cy="16725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100"/>
              <a:buFont typeface="Arial" panose="020B0604020202020204"/>
              <a:buNone/>
            </a:pPr>
            <a:r>
              <a:rPr lang="en-GB" sz="1800">
                <a:solidFill>
                  <a:schemeClr val="dk1"/>
                </a:solidFill>
              </a:rPr>
              <a:t>Dilatory : Expeditious :: Direct : ?</a:t>
            </a:r>
            <a:endParaRPr sz="1800">
              <a:solidFill>
                <a:schemeClr val="dk1"/>
              </a:solidFill>
            </a:endParaRPr>
          </a:p>
          <a:p>
            <a:pPr marL="457200" lvl="0" indent="-342900" algn="l" rtl="0">
              <a:spcBef>
                <a:spcPts val="800"/>
              </a:spcBef>
              <a:spcAft>
                <a:spcPts val="0"/>
              </a:spcAft>
              <a:buClr>
                <a:schemeClr val="dk1"/>
              </a:buClr>
              <a:buSzPts val="1800"/>
              <a:buAutoNum type="alphaUcParenR"/>
            </a:pPr>
            <a:r>
              <a:rPr lang="en-GB" sz="1800">
                <a:solidFill>
                  <a:schemeClr val="dk1"/>
                </a:solidFill>
              </a:rPr>
              <a:t>Tortuous</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Circumlocutory</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Straight</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Curved</a:t>
            </a:r>
            <a:endParaRPr sz="1800">
              <a:solidFill>
                <a:schemeClr val="dk1"/>
              </a:solidFill>
            </a:endParaRPr>
          </a:p>
        </p:txBody>
      </p:sp>
      <p:pic>
        <p:nvPicPr>
          <p:cNvPr id="287" name="Google Shape;287;g156ec278577_0_558"/>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88" name="Google Shape;288;g156ec278577_0_558"/>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289" name="Google Shape;289;g156ec278577_0_558"/>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Q0</a:t>
            </a:r>
            <a:r>
              <a:rPr lang="en-GB" sz="2000" b="1">
                <a:solidFill>
                  <a:srgbClr val="FFFFFF"/>
                </a:solidFill>
              </a:rPr>
              <a:t>4</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90" name="Google Shape;290;g156ec278577_0_558"/>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B</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fade">
                                      <p:cBhvr>
                                        <p:cTn id="7" dur="10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294" name="Shape 294"/>
        <p:cNvGrpSpPr/>
        <p:nvPr/>
      </p:nvGrpSpPr>
      <p:grpSpPr>
        <a:xfrm>
          <a:off x="0" y="0"/>
          <a:ext cx="0" cy="0"/>
          <a:chOff x="0" y="0"/>
          <a:chExt cx="0" cy="0"/>
        </a:xfrm>
      </p:grpSpPr>
      <p:sp>
        <p:nvSpPr>
          <p:cNvPr id="295" name="Google Shape;295;g156ec278577_0_566"/>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296" name="Google Shape;296;g156ec278577_0_566"/>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297" name="Google Shape;297;g156ec278577_0_566"/>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298" name="Google Shape;298;g156ec278577_0_566"/>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Q04</a:t>
            </a:r>
            <a:endParaRPr sz="2000" b="1">
              <a:solidFill>
                <a:srgbClr val="FFFFFF"/>
              </a:solidFill>
            </a:endParaRPr>
          </a:p>
        </p:txBody>
      </p:sp>
      <p:sp>
        <p:nvSpPr>
          <p:cNvPr id="299" name="Google Shape;299;g156ec278577_0_566"/>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Words in pairs are opposite to each other.</a:t>
            </a:r>
            <a:endParaRPr sz="1800">
              <a:solidFill>
                <a:schemeClr val="dk1"/>
              </a:solidFill>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03" name="Shape 303"/>
        <p:cNvGrpSpPr/>
        <p:nvPr/>
      </p:nvGrpSpPr>
      <p:grpSpPr>
        <a:xfrm>
          <a:off x="0" y="0"/>
          <a:ext cx="0" cy="0"/>
          <a:chOff x="0" y="0"/>
          <a:chExt cx="0" cy="0"/>
        </a:xfrm>
      </p:grpSpPr>
      <p:sp>
        <p:nvSpPr>
          <p:cNvPr id="304" name="Google Shape;304;g156ec278577_0_574"/>
          <p:cNvSpPr txBox="1"/>
          <p:nvPr/>
        </p:nvSpPr>
        <p:spPr>
          <a:xfrm>
            <a:off x="84350" y="1371649"/>
            <a:ext cx="8472300" cy="16725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None/>
            </a:pPr>
            <a:r>
              <a:rPr lang="en-GB" sz="1800">
                <a:solidFill>
                  <a:schemeClr val="dk1"/>
                </a:solidFill>
              </a:rPr>
              <a:t>Dilatory : Expeditious :: Direct : ?</a:t>
            </a:r>
            <a:endParaRPr sz="1800">
              <a:solidFill>
                <a:schemeClr val="dk1"/>
              </a:solidFill>
            </a:endParaRPr>
          </a:p>
          <a:p>
            <a:pPr marL="457200" lvl="0" indent="-342900" algn="l" rtl="0">
              <a:spcBef>
                <a:spcPts val="800"/>
              </a:spcBef>
              <a:spcAft>
                <a:spcPts val="0"/>
              </a:spcAft>
              <a:buClr>
                <a:schemeClr val="dk1"/>
              </a:buClr>
              <a:buSzPts val="1800"/>
              <a:buAutoNum type="alphaUcParenR"/>
            </a:pPr>
            <a:r>
              <a:rPr lang="en-GB" sz="1800">
                <a:solidFill>
                  <a:schemeClr val="dk1"/>
                </a:solidFill>
              </a:rPr>
              <a:t>Tortuous</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Circumlocutory</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Straight</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Curved</a:t>
            </a:r>
            <a:endParaRPr sz="1800">
              <a:solidFill>
                <a:schemeClr val="dk1"/>
              </a:solidFill>
            </a:endParaRPr>
          </a:p>
        </p:txBody>
      </p:sp>
      <p:pic>
        <p:nvPicPr>
          <p:cNvPr id="305" name="Google Shape;305;g156ec278577_0_574"/>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06" name="Google Shape;306;g156ec278577_0_574"/>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07" name="Google Shape;307;g156ec278577_0_574"/>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Q0</a:t>
            </a:r>
            <a:r>
              <a:rPr lang="en-GB" sz="2000" b="1">
                <a:solidFill>
                  <a:srgbClr val="FFFFFF"/>
                </a:solidFill>
              </a:rPr>
              <a:t>5</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08" name="Google Shape;308;g156ec278577_0_574"/>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B</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fade">
                                      <p:cBhvr>
                                        <p:cTn id="7" dur="10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312" name="Shape 312"/>
        <p:cNvGrpSpPr/>
        <p:nvPr/>
      </p:nvGrpSpPr>
      <p:grpSpPr>
        <a:xfrm>
          <a:off x="0" y="0"/>
          <a:ext cx="0" cy="0"/>
          <a:chOff x="0" y="0"/>
          <a:chExt cx="0" cy="0"/>
        </a:xfrm>
      </p:grpSpPr>
      <p:sp>
        <p:nvSpPr>
          <p:cNvPr id="313" name="Google Shape;313;g156ec278577_0_582"/>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314" name="Google Shape;314;g156ec278577_0_582"/>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15" name="Google Shape;315;g156ec278577_0_582"/>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16" name="Google Shape;316;g156ec278577_0_582"/>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Q05</a:t>
            </a:r>
            <a:endParaRPr sz="2000" b="1">
              <a:solidFill>
                <a:srgbClr val="FFFFFF"/>
              </a:solidFill>
            </a:endParaRPr>
          </a:p>
        </p:txBody>
      </p:sp>
      <p:sp>
        <p:nvSpPr>
          <p:cNvPr id="317" name="Google Shape;317;g156ec278577_0_582"/>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Words in pairs are opposite to each other.</a:t>
            </a:r>
            <a:endParaRPr sz="1800">
              <a:solidFill>
                <a:schemeClr val="dk1"/>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21" name="Shape 321"/>
        <p:cNvGrpSpPr/>
        <p:nvPr/>
      </p:nvGrpSpPr>
      <p:grpSpPr>
        <a:xfrm>
          <a:off x="0" y="0"/>
          <a:ext cx="0" cy="0"/>
          <a:chOff x="0" y="0"/>
          <a:chExt cx="0" cy="0"/>
        </a:xfrm>
      </p:grpSpPr>
      <p:sp>
        <p:nvSpPr>
          <p:cNvPr id="322" name="Google Shape;322;g156ec278577_0_590"/>
          <p:cNvSpPr txBox="1"/>
          <p:nvPr/>
        </p:nvSpPr>
        <p:spPr>
          <a:xfrm>
            <a:off x="84350" y="1371649"/>
            <a:ext cx="8472300" cy="20883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400"/>
              <a:buFont typeface="Arial" panose="020B0604020202020204"/>
              <a:buNone/>
            </a:pPr>
            <a:r>
              <a:rPr lang="en-GB" sz="1800">
                <a:solidFill>
                  <a:schemeClr val="dk1"/>
                </a:solidFill>
              </a:rPr>
              <a:t>Mature : Regressed :: Varied : ?</a:t>
            </a:r>
            <a:endParaRPr sz="1800">
              <a:solidFill>
                <a:schemeClr val="dk1"/>
              </a:solidFill>
            </a:endParaRPr>
          </a:p>
          <a:p>
            <a:pPr marL="457200" lvl="0" indent="-342900" algn="l" rtl="0">
              <a:lnSpc>
                <a:spcPct val="150000"/>
              </a:lnSpc>
              <a:spcBef>
                <a:spcPts val="800"/>
              </a:spcBef>
              <a:spcAft>
                <a:spcPts val="0"/>
              </a:spcAft>
              <a:buClr>
                <a:schemeClr val="dk1"/>
              </a:buClr>
              <a:buSzPts val="1800"/>
              <a:buAutoNum type="alphaUcParenR"/>
            </a:pPr>
            <a:r>
              <a:rPr lang="en-GB" sz="1800">
                <a:solidFill>
                  <a:schemeClr val="dk1"/>
                </a:solidFill>
              </a:rPr>
              <a:t>Rhythmic</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Monotonous</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Decorous</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Obsolete</a:t>
            </a:r>
            <a:endParaRPr sz="1800">
              <a:solidFill>
                <a:schemeClr val="dk1"/>
              </a:solidFill>
            </a:endParaRPr>
          </a:p>
        </p:txBody>
      </p:sp>
      <p:pic>
        <p:nvPicPr>
          <p:cNvPr id="323" name="Google Shape;323;g156ec278577_0_590"/>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24" name="Google Shape;324;g156ec278577_0_590"/>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25" name="Google Shape;325;g156ec278577_0_590"/>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Q0</a:t>
            </a:r>
            <a:r>
              <a:rPr lang="en-GB" sz="2000" b="1">
                <a:solidFill>
                  <a:srgbClr val="FFFFFF"/>
                </a:solidFill>
              </a:rPr>
              <a:t>6</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26" name="Google Shape;326;g156ec278577_0_590"/>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B</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10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330" name="Shape 330"/>
        <p:cNvGrpSpPr/>
        <p:nvPr/>
      </p:nvGrpSpPr>
      <p:grpSpPr>
        <a:xfrm>
          <a:off x="0" y="0"/>
          <a:ext cx="0" cy="0"/>
          <a:chOff x="0" y="0"/>
          <a:chExt cx="0" cy="0"/>
        </a:xfrm>
      </p:grpSpPr>
      <p:sp>
        <p:nvSpPr>
          <p:cNvPr id="331" name="Google Shape;331;g156ec278577_0_598"/>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332" name="Google Shape;332;g156ec278577_0_598"/>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33" name="Google Shape;333;g156ec278577_0_598"/>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34" name="Google Shape;334;g156ec278577_0_598"/>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Q06</a:t>
            </a:r>
            <a:endParaRPr sz="2000" b="1">
              <a:solidFill>
                <a:srgbClr val="FFFFFF"/>
              </a:solidFill>
            </a:endParaRPr>
          </a:p>
        </p:txBody>
      </p:sp>
      <p:sp>
        <p:nvSpPr>
          <p:cNvPr id="335" name="Google Shape;335;g156ec278577_0_598"/>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Words in each pair are opposite to each other.</a:t>
            </a:r>
            <a:endParaRPr sz="1800">
              <a:solidFill>
                <a:schemeClr val="dk1"/>
              </a:solidFil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39" name="Shape 339"/>
        <p:cNvGrpSpPr/>
        <p:nvPr/>
      </p:nvGrpSpPr>
      <p:grpSpPr>
        <a:xfrm>
          <a:off x="0" y="0"/>
          <a:ext cx="0" cy="0"/>
          <a:chOff x="0" y="0"/>
          <a:chExt cx="0" cy="0"/>
        </a:xfrm>
      </p:grpSpPr>
      <p:sp>
        <p:nvSpPr>
          <p:cNvPr id="340" name="Google Shape;340;g156ec278577_0_606"/>
          <p:cNvSpPr txBox="1"/>
          <p:nvPr/>
        </p:nvSpPr>
        <p:spPr>
          <a:xfrm>
            <a:off x="84350" y="1371649"/>
            <a:ext cx="8472300" cy="20883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400"/>
              <a:buFont typeface="Arial" panose="020B0604020202020204"/>
              <a:buNone/>
            </a:pPr>
            <a:r>
              <a:rPr lang="en-GB" sz="1800">
                <a:solidFill>
                  <a:schemeClr val="dk1"/>
                </a:solidFill>
              </a:rPr>
              <a:t>Amber : Yellow :: Caramine : ?</a:t>
            </a:r>
            <a:endParaRPr sz="1800">
              <a:solidFill>
                <a:schemeClr val="dk1"/>
              </a:solidFill>
            </a:endParaRPr>
          </a:p>
          <a:p>
            <a:pPr marL="457200" lvl="0" indent="-342900" algn="l" rtl="0">
              <a:lnSpc>
                <a:spcPct val="150000"/>
              </a:lnSpc>
              <a:spcBef>
                <a:spcPts val="800"/>
              </a:spcBef>
              <a:spcAft>
                <a:spcPts val="0"/>
              </a:spcAft>
              <a:buClr>
                <a:schemeClr val="dk1"/>
              </a:buClr>
              <a:buSzPts val="1800"/>
              <a:buAutoNum type="alphaUcParenR"/>
            </a:pPr>
            <a:r>
              <a:rPr lang="en-GB" sz="1800">
                <a:solidFill>
                  <a:schemeClr val="dk1"/>
                </a:solidFill>
              </a:rPr>
              <a:t>Red</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Green</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Violet</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Blue</a:t>
            </a:r>
            <a:endParaRPr sz="1800">
              <a:solidFill>
                <a:schemeClr val="dk1"/>
              </a:solidFill>
            </a:endParaRPr>
          </a:p>
        </p:txBody>
      </p:sp>
      <p:pic>
        <p:nvPicPr>
          <p:cNvPr id="341" name="Google Shape;341;g156ec278577_0_606"/>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42" name="Google Shape;342;g156ec278577_0_606"/>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43" name="Google Shape;343;g156ec278577_0_606"/>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Q0</a:t>
            </a:r>
            <a:r>
              <a:rPr lang="en-GB" sz="2000" b="1">
                <a:solidFill>
                  <a:srgbClr val="FFFFFF"/>
                </a:solidFill>
              </a:rPr>
              <a:t>7</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44" name="Google Shape;344;g156ec278577_0_606"/>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4"/>
                                        </p:tgtEl>
                                        <p:attrNameLst>
                                          <p:attrName>style.visibility</p:attrName>
                                        </p:attrNameLst>
                                      </p:cBhvr>
                                      <p:to>
                                        <p:strVal val="visible"/>
                                      </p:to>
                                    </p:set>
                                    <p:animEffect transition="in" filter="fade">
                                      <p:cBhvr>
                                        <p:cTn id="7" dur="100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348" name="Shape 348"/>
        <p:cNvGrpSpPr/>
        <p:nvPr/>
      </p:nvGrpSpPr>
      <p:grpSpPr>
        <a:xfrm>
          <a:off x="0" y="0"/>
          <a:ext cx="0" cy="0"/>
          <a:chOff x="0" y="0"/>
          <a:chExt cx="0" cy="0"/>
        </a:xfrm>
      </p:grpSpPr>
      <p:sp>
        <p:nvSpPr>
          <p:cNvPr id="349" name="Google Shape;349;g156ec278577_0_614"/>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350" name="Google Shape;350;g156ec278577_0_614"/>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51" name="Google Shape;351;g156ec278577_0_614"/>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52" name="Google Shape;352;g156ec278577_0_614"/>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Q08</a:t>
            </a:r>
            <a:endParaRPr sz="2000" b="1">
              <a:solidFill>
                <a:srgbClr val="FFFFFF"/>
              </a:solidFill>
            </a:endParaRPr>
          </a:p>
        </p:txBody>
      </p:sp>
      <p:sp>
        <p:nvSpPr>
          <p:cNvPr id="353" name="Google Shape;353;g156ec278577_0_614"/>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Amber is a shade of yellow and Carmine is a shade of Red.</a:t>
            </a:r>
            <a:endParaRPr sz="1800">
              <a:solidFill>
                <a:schemeClr val="dk1"/>
              </a:solidFill>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57" name="Shape 357"/>
        <p:cNvGrpSpPr/>
        <p:nvPr/>
      </p:nvGrpSpPr>
      <p:grpSpPr>
        <a:xfrm>
          <a:off x="0" y="0"/>
          <a:ext cx="0" cy="0"/>
          <a:chOff x="0" y="0"/>
          <a:chExt cx="0" cy="0"/>
        </a:xfrm>
      </p:grpSpPr>
      <p:sp>
        <p:nvSpPr>
          <p:cNvPr id="358" name="Google Shape;358;g156ec278577_0_622"/>
          <p:cNvSpPr txBox="1"/>
          <p:nvPr/>
        </p:nvSpPr>
        <p:spPr>
          <a:xfrm>
            <a:off x="84350" y="1371649"/>
            <a:ext cx="8472300" cy="20883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400"/>
              <a:buFont typeface="Arial" panose="020B0604020202020204"/>
              <a:buNone/>
            </a:pPr>
            <a:r>
              <a:rPr lang="en-GB" sz="1800">
                <a:solidFill>
                  <a:schemeClr val="dk1"/>
                </a:solidFill>
              </a:rPr>
              <a:t>Palaeography : Writings :: Ichthyology : ?</a:t>
            </a:r>
            <a:endParaRPr sz="1800">
              <a:solidFill>
                <a:schemeClr val="dk1"/>
              </a:solidFill>
            </a:endParaRPr>
          </a:p>
          <a:p>
            <a:pPr marL="457200" lvl="0" indent="-342900" algn="l" rtl="0">
              <a:lnSpc>
                <a:spcPct val="150000"/>
              </a:lnSpc>
              <a:spcBef>
                <a:spcPts val="800"/>
              </a:spcBef>
              <a:spcAft>
                <a:spcPts val="0"/>
              </a:spcAft>
              <a:buClr>
                <a:schemeClr val="dk1"/>
              </a:buClr>
              <a:buSzPts val="1800"/>
              <a:buAutoNum type="alphaUcParenR"/>
            </a:pPr>
            <a:r>
              <a:rPr lang="en-GB" sz="1800">
                <a:solidFill>
                  <a:schemeClr val="dk1"/>
                </a:solidFill>
              </a:rPr>
              <a:t>Fishes</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Whales</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Oysters</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Mammals</a:t>
            </a:r>
            <a:endParaRPr sz="1800">
              <a:solidFill>
                <a:schemeClr val="dk1"/>
              </a:solidFill>
            </a:endParaRPr>
          </a:p>
        </p:txBody>
      </p:sp>
      <p:pic>
        <p:nvPicPr>
          <p:cNvPr id="359" name="Google Shape;359;g156ec278577_0_622"/>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60" name="Google Shape;360;g156ec278577_0_622"/>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61" name="Google Shape;361;g156ec278577_0_622"/>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Q0</a:t>
            </a:r>
            <a:r>
              <a:rPr lang="en-GB" sz="2000" b="1">
                <a:solidFill>
                  <a:srgbClr val="FFFFFF"/>
                </a:solidFill>
              </a:rPr>
              <a:t>9</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62" name="Google Shape;362;g156ec278577_0_622"/>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animEffect transition="in" filter="fade">
                                      <p:cBhvr>
                                        <p:cTn id="7" dur="10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366" name="Shape 366"/>
        <p:cNvGrpSpPr/>
        <p:nvPr/>
      </p:nvGrpSpPr>
      <p:grpSpPr>
        <a:xfrm>
          <a:off x="0" y="0"/>
          <a:ext cx="0" cy="0"/>
          <a:chOff x="0" y="0"/>
          <a:chExt cx="0" cy="0"/>
        </a:xfrm>
      </p:grpSpPr>
      <p:sp>
        <p:nvSpPr>
          <p:cNvPr id="367" name="Google Shape;367;g156ec278577_0_630"/>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368" name="Google Shape;368;g156ec278577_0_630"/>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69" name="Google Shape;369;g156ec278577_0_630"/>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70" name="Google Shape;370;g156ec278577_0_630"/>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Q09</a:t>
            </a:r>
            <a:endParaRPr sz="2000" b="1">
              <a:solidFill>
                <a:srgbClr val="FFFFFF"/>
              </a:solidFill>
            </a:endParaRPr>
          </a:p>
        </p:txBody>
      </p:sp>
      <p:sp>
        <p:nvSpPr>
          <p:cNvPr id="371" name="Google Shape;371;g156ec278577_0_630"/>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First is study of second.</a:t>
            </a:r>
            <a:endParaRPr sz="1800">
              <a:solidFill>
                <a:schemeClr val="dk1"/>
              </a:solidFill>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75" name="Shape 375"/>
        <p:cNvGrpSpPr/>
        <p:nvPr/>
      </p:nvGrpSpPr>
      <p:grpSpPr>
        <a:xfrm>
          <a:off x="0" y="0"/>
          <a:ext cx="0" cy="0"/>
          <a:chOff x="0" y="0"/>
          <a:chExt cx="0" cy="0"/>
        </a:xfrm>
      </p:grpSpPr>
      <p:sp>
        <p:nvSpPr>
          <p:cNvPr id="376" name="Google Shape;376;g156ec278577_0_638"/>
          <p:cNvSpPr txBox="1"/>
          <p:nvPr/>
        </p:nvSpPr>
        <p:spPr>
          <a:xfrm>
            <a:off x="84350" y="1371649"/>
            <a:ext cx="8472300" cy="20883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400"/>
              <a:buFont typeface="Arial" panose="020B0604020202020204"/>
              <a:buNone/>
            </a:pPr>
            <a:r>
              <a:rPr lang="en-GB" sz="1800">
                <a:solidFill>
                  <a:schemeClr val="dk1"/>
                </a:solidFill>
              </a:rPr>
              <a:t>Novice : Learner :: Harbinger : ?</a:t>
            </a:r>
            <a:endParaRPr sz="1800">
              <a:solidFill>
                <a:schemeClr val="dk1"/>
              </a:solidFill>
            </a:endParaRPr>
          </a:p>
          <a:p>
            <a:pPr marL="457200" lvl="0" indent="-342900" algn="l" rtl="0">
              <a:lnSpc>
                <a:spcPct val="150000"/>
              </a:lnSpc>
              <a:spcBef>
                <a:spcPts val="800"/>
              </a:spcBef>
              <a:spcAft>
                <a:spcPts val="0"/>
              </a:spcAft>
              <a:buClr>
                <a:schemeClr val="dk1"/>
              </a:buClr>
              <a:buSzPts val="1800"/>
              <a:buAutoNum type="alphaUcParenR"/>
            </a:pPr>
            <a:r>
              <a:rPr lang="en-GB" sz="1800">
                <a:solidFill>
                  <a:schemeClr val="dk1"/>
                </a:solidFill>
              </a:rPr>
              <a:t>Messenger</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Thief</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Pickpocket</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Robber</a:t>
            </a:r>
            <a:endParaRPr sz="1800">
              <a:solidFill>
                <a:schemeClr val="dk1"/>
              </a:solidFill>
            </a:endParaRPr>
          </a:p>
        </p:txBody>
      </p:sp>
      <p:pic>
        <p:nvPicPr>
          <p:cNvPr id="377" name="Google Shape;377;g156ec278577_0_638"/>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78" name="Google Shape;378;g156ec278577_0_638"/>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79" name="Google Shape;379;g156ec278577_0_638"/>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Q10</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80" name="Google Shape;380;g156ec278577_0_638"/>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0"/>
                                        </p:tgtEl>
                                        <p:attrNameLst>
                                          <p:attrName>style.visibility</p:attrName>
                                        </p:attrNameLst>
                                      </p:cBhvr>
                                      <p:to>
                                        <p:strVal val="visible"/>
                                      </p:to>
                                    </p:set>
                                    <p:animEffect transition="in" filter="fade">
                                      <p:cBhvr>
                                        <p:cTn id="7" dur="1000"/>
                                        <p:tgtEl>
                                          <p:spTgt spid="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384" name="Shape 384"/>
        <p:cNvGrpSpPr/>
        <p:nvPr/>
      </p:nvGrpSpPr>
      <p:grpSpPr>
        <a:xfrm>
          <a:off x="0" y="0"/>
          <a:ext cx="0" cy="0"/>
          <a:chOff x="0" y="0"/>
          <a:chExt cx="0" cy="0"/>
        </a:xfrm>
      </p:grpSpPr>
      <p:sp>
        <p:nvSpPr>
          <p:cNvPr id="385" name="Google Shape;385;g156ec278577_0_646"/>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386" name="Google Shape;386;g156ec278577_0_646"/>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87" name="Google Shape;387;g156ec278577_0_646"/>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88" name="Google Shape;388;g156ec278577_0_646"/>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Q10</a:t>
            </a:r>
            <a:endParaRPr sz="2000" b="1">
              <a:solidFill>
                <a:srgbClr val="FFFFFF"/>
              </a:solidFill>
            </a:endParaRPr>
          </a:p>
        </p:txBody>
      </p:sp>
      <p:sp>
        <p:nvSpPr>
          <p:cNvPr id="389" name="Google Shape;389;g156ec278577_0_646"/>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Words in each pair are synonyms.</a:t>
            </a:r>
            <a:endParaRPr sz="1800">
              <a:solidFill>
                <a:schemeClr val="dk1"/>
              </a:solidFill>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93" name="Shape 393"/>
        <p:cNvGrpSpPr/>
        <p:nvPr/>
      </p:nvGrpSpPr>
      <p:grpSpPr>
        <a:xfrm>
          <a:off x="0" y="0"/>
          <a:ext cx="0" cy="0"/>
          <a:chOff x="0" y="0"/>
          <a:chExt cx="0" cy="0"/>
        </a:xfrm>
      </p:grpSpPr>
      <p:sp>
        <p:nvSpPr>
          <p:cNvPr id="394" name="Google Shape;394;g156ec278577_0_654"/>
          <p:cNvSpPr txBox="1"/>
          <p:nvPr/>
        </p:nvSpPr>
        <p:spPr>
          <a:xfrm>
            <a:off x="84350" y="1371649"/>
            <a:ext cx="8472300" cy="20883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400"/>
              <a:buFont typeface="Arial" panose="020B0604020202020204"/>
              <a:buNone/>
            </a:pPr>
            <a:r>
              <a:rPr lang="en-GB" sz="1800">
                <a:solidFill>
                  <a:schemeClr val="dk1"/>
                </a:solidFill>
              </a:rPr>
              <a:t>Mattock : Dig :: Shovel : ?</a:t>
            </a:r>
            <a:endParaRPr sz="1800">
              <a:solidFill>
                <a:schemeClr val="dk1"/>
              </a:solidFill>
            </a:endParaRPr>
          </a:p>
          <a:p>
            <a:pPr marL="457200" lvl="0" indent="-342900" algn="l" rtl="0">
              <a:lnSpc>
                <a:spcPct val="150000"/>
              </a:lnSpc>
              <a:spcBef>
                <a:spcPts val="800"/>
              </a:spcBef>
              <a:spcAft>
                <a:spcPts val="0"/>
              </a:spcAft>
              <a:buClr>
                <a:schemeClr val="dk1"/>
              </a:buClr>
              <a:buSzPts val="1800"/>
              <a:buAutoNum type="alphaUcParenR"/>
            </a:pPr>
            <a:r>
              <a:rPr lang="en-GB" sz="1800">
                <a:solidFill>
                  <a:schemeClr val="dk1"/>
                </a:solidFill>
              </a:rPr>
              <a:t>Break</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Push</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Scoop</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Whittle</a:t>
            </a:r>
            <a:endParaRPr sz="1800">
              <a:solidFill>
                <a:schemeClr val="dk1"/>
              </a:solidFill>
            </a:endParaRPr>
          </a:p>
        </p:txBody>
      </p:sp>
      <p:pic>
        <p:nvPicPr>
          <p:cNvPr id="395" name="Google Shape;395;g156ec278577_0_654"/>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396" name="Google Shape;396;g156ec278577_0_654"/>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397" name="Google Shape;397;g156ec278577_0_654"/>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a:t>
            </a:r>
            <a:r>
              <a:rPr lang="en-GB" sz="2000" b="1">
                <a:solidFill>
                  <a:srgbClr val="FFFFFF"/>
                </a:solidFill>
              </a:rPr>
              <a:t>11</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98" name="Google Shape;398;g156ec278577_0_654"/>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C</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8"/>
                                        </p:tgtEl>
                                        <p:attrNameLst>
                                          <p:attrName>style.visibility</p:attrName>
                                        </p:attrNameLst>
                                      </p:cBhvr>
                                      <p:to>
                                        <p:strVal val="visible"/>
                                      </p:to>
                                    </p:set>
                                    <p:animEffect transition="in" filter="fade">
                                      <p:cBhvr>
                                        <p:cTn id="7" dur="10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402" name="Shape 402"/>
        <p:cNvGrpSpPr/>
        <p:nvPr/>
      </p:nvGrpSpPr>
      <p:grpSpPr>
        <a:xfrm>
          <a:off x="0" y="0"/>
          <a:ext cx="0" cy="0"/>
          <a:chOff x="0" y="0"/>
          <a:chExt cx="0" cy="0"/>
        </a:xfrm>
      </p:grpSpPr>
      <p:sp>
        <p:nvSpPr>
          <p:cNvPr id="403" name="Google Shape;403;g156ec278577_0_662"/>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404" name="Google Shape;404;g156ec278577_0_662"/>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05" name="Google Shape;405;g156ec278577_0_662"/>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06" name="Google Shape;406;g156ec278577_0_662"/>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Q11</a:t>
            </a:r>
            <a:endParaRPr sz="2000" b="1">
              <a:solidFill>
                <a:srgbClr val="FFFFFF"/>
              </a:solidFill>
            </a:endParaRPr>
          </a:p>
        </p:txBody>
      </p:sp>
      <p:sp>
        <p:nvSpPr>
          <p:cNvPr id="407" name="Google Shape;407;g156ec278577_0_662"/>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highlight>
                  <a:schemeClr val="lt1"/>
                </a:highlight>
              </a:rPr>
              <a:t>First is a tool for second.</a:t>
            </a:r>
            <a:endParaRPr sz="1800">
              <a:solidFill>
                <a:schemeClr val="dk1"/>
              </a:solidFill>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411" name="Shape 411"/>
        <p:cNvGrpSpPr/>
        <p:nvPr/>
      </p:nvGrpSpPr>
      <p:grpSpPr>
        <a:xfrm>
          <a:off x="0" y="0"/>
          <a:ext cx="0" cy="0"/>
          <a:chOff x="0" y="0"/>
          <a:chExt cx="0" cy="0"/>
        </a:xfrm>
      </p:grpSpPr>
      <p:sp>
        <p:nvSpPr>
          <p:cNvPr id="412" name="Google Shape;412;g156ec278577_0_670"/>
          <p:cNvSpPr txBox="1"/>
          <p:nvPr/>
        </p:nvSpPr>
        <p:spPr>
          <a:xfrm>
            <a:off x="84350" y="1371649"/>
            <a:ext cx="8472300" cy="20883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400"/>
              <a:buFont typeface="Arial" panose="020B0604020202020204"/>
              <a:buNone/>
            </a:pPr>
            <a:r>
              <a:rPr lang="en-GB" sz="1800">
                <a:solidFill>
                  <a:schemeClr val="dk1"/>
                </a:solidFill>
              </a:rPr>
              <a:t>"Life" is related to "Death" in the same way as "Hope" is related to .. ?</a:t>
            </a:r>
            <a:endParaRPr sz="1800">
              <a:solidFill>
                <a:schemeClr val="dk1"/>
              </a:solidFill>
            </a:endParaRPr>
          </a:p>
          <a:p>
            <a:pPr marL="457200" lvl="0" indent="-342900" algn="l" rtl="0">
              <a:lnSpc>
                <a:spcPct val="150000"/>
              </a:lnSpc>
              <a:spcBef>
                <a:spcPts val="800"/>
              </a:spcBef>
              <a:spcAft>
                <a:spcPts val="0"/>
              </a:spcAft>
              <a:buClr>
                <a:schemeClr val="dk1"/>
              </a:buClr>
              <a:buSzPts val="1800"/>
              <a:buAutoNum type="alphaUcParenR"/>
            </a:pPr>
            <a:r>
              <a:rPr lang="en-GB" sz="1800">
                <a:solidFill>
                  <a:schemeClr val="dk1"/>
                </a:solidFill>
              </a:rPr>
              <a:t>Sad</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Despair</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Pain</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Cry</a:t>
            </a:r>
            <a:endParaRPr sz="1800">
              <a:solidFill>
                <a:schemeClr val="dk1"/>
              </a:solidFill>
            </a:endParaRPr>
          </a:p>
        </p:txBody>
      </p:sp>
      <p:pic>
        <p:nvPicPr>
          <p:cNvPr id="413" name="Google Shape;413;g156ec278577_0_670"/>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14" name="Google Shape;414;g156ec278577_0_670"/>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15" name="Google Shape;415;g156ec278577_0_670"/>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a:t>
            </a:r>
            <a:r>
              <a:rPr lang="en-GB" sz="2000" b="1">
                <a:solidFill>
                  <a:srgbClr val="FFFFFF"/>
                </a:solidFill>
              </a:rPr>
              <a:t>12</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16" name="Google Shape;416;g156ec278577_0_670"/>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B</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6"/>
                                        </p:tgtEl>
                                        <p:attrNameLst>
                                          <p:attrName>style.visibility</p:attrName>
                                        </p:attrNameLst>
                                      </p:cBhvr>
                                      <p:to>
                                        <p:strVal val="visible"/>
                                      </p:to>
                                    </p:set>
                                    <p:animEffect transition="in" filter="fade">
                                      <p:cBhvr>
                                        <p:cTn id="7" dur="10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420" name="Shape 420"/>
        <p:cNvGrpSpPr/>
        <p:nvPr/>
      </p:nvGrpSpPr>
      <p:grpSpPr>
        <a:xfrm>
          <a:off x="0" y="0"/>
          <a:ext cx="0" cy="0"/>
          <a:chOff x="0" y="0"/>
          <a:chExt cx="0" cy="0"/>
        </a:xfrm>
      </p:grpSpPr>
      <p:sp>
        <p:nvSpPr>
          <p:cNvPr id="421" name="Google Shape;421;g156ec278577_0_678"/>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422" name="Google Shape;422;g156ec278577_0_678"/>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23" name="Google Shape;423;g156ec278577_0_678"/>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24" name="Google Shape;424;g156ec278577_0_678"/>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Q12</a:t>
            </a:r>
            <a:endParaRPr sz="2000" b="1">
              <a:solidFill>
                <a:srgbClr val="FFFFFF"/>
              </a:solidFill>
            </a:endParaRPr>
          </a:p>
        </p:txBody>
      </p:sp>
      <p:sp>
        <p:nvSpPr>
          <p:cNvPr id="425" name="Google Shape;425;g156ec278577_0_678"/>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highlight>
                  <a:schemeClr val="lt1"/>
                </a:highlight>
              </a:rPr>
              <a:t>Word in each pair are antonym to each other.</a:t>
            </a:r>
            <a:endParaRPr sz="1800">
              <a:solidFill>
                <a:schemeClr val="dk1"/>
              </a:solidFill>
              <a:highlight>
                <a:schemeClr val="lt1"/>
              </a:highlight>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429" name="Shape 429"/>
        <p:cNvGrpSpPr/>
        <p:nvPr/>
      </p:nvGrpSpPr>
      <p:grpSpPr>
        <a:xfrm>
          <a:off x="0" y="0"/>
          <a:ext cx="0" cy="0"/>
          <a:chOff x="0" y="0"/>
          <a:chExt cx="0" cy="0"/>
        </a:xfrm>
      </p:grpSpPr>
      <p:sp>
        <p:nvSpPr>
          <p:cNvPr id="430" name="Google Shape;430;g156ec278577_0_686"/>
          <p:cNvSpPr txBox="1"/>
          <p:nvPr/>
        </p:nvSpPr>
        <p:spPr>
          <a:xfrm>
            <a:off x="84350" y="1371649"/>
            <a:ext cx="8472300" cy="24576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400"/>
              <a:buFont typeface="Arial" panose="020B0604020202020204"/>
              <a:buNone/>
            </a:pPr>
            <a:r>
              <a:rPr lang="en-GB" sz="1800">
                <a:solidFill>
                  <a:schemeClr val="dk1"/>
                </a:solidFill>
              </a:rPr>
              <a:t> "Radical" is related to "Moderate" in the same way as "Revolution" is related to .. ?</a:t>
            </a:r>
            <a:endParaRPr sz="1800">
              <a:solidFill>
                <a:schemeClr val="dk1"/>
              </a:solidFill>
            </a:endParaRPr>
          </a:p>
          <a:p>
            <a:pPr marL="457200" lvl="0" indent="-342900" algn="l" rtl="0">
              <a:lnSpc>
                <a:spcPct val="150000"/>
              </a:lnSpc>
              <a:spcBef>
                <a:spcPts val="800"/>
              </a:spcBef>
              <a:spcAft>
                <a:spcPts val="0"/>
              </a:spcAft>
              <a:buClr>
                <a:schemeClr val="dk1"/>
              </a:buClr>
              <a:buSzPts val="1800"/>
              <a:buAutoNum type="alphaUcParenR"/>
            </a:pPr>
            <a:r>
              <a:rPr lang="en-GB" sz="1800">
                <a:solidFill>
                  <a:schemeClr val="dk1"/>
                </a:solidFill>
              </a:rPr>
              <a:t>Change</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Chaos</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Peace</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Reformation</a:t>
            </a:r>
            <a:endParaRPr sz="1800">
              <a:solidFill>
                <a:schemeClr val="dk1"/>
              </a:solidFill>
            </a:endParaRPr>
          </a:p>
        </p:txBody>
      </p:sp>
      <p:pic>
        <p:nvPicPr>
          <p:cNvPr id="431" name="Google Shape;431;g156ec278577_0_686"/>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32" name="Google Shape;432;g156ec278577_0_686"/>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33" name="Google Shape;433;g156ec278577_0_686"/>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a:t>
            </a:r>
            <a:r>
              <a:rPr lang="en-GB" sz="2000" b="1">
                <a:solidFill>
                  <a:srgbClr val="FFFFFF"/>
                </a:solidFill>
              </a:rPr>
              <a:t>13</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34" name="Google Shape;434;g156ec278577_0_686"/>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C</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4"/>
                                        </p:tgtEl>
                                        <p:attrNameLst>
                                          <p:attrName>style.visibility</p:attrName>
                                        </p:attrNameLst>
                                      </p:cBhvr>
                                      <p:to>
                                        <p:strVal val="visible"/>
                                      </p:to>
                                    </p:set>
                                    <p:animEffect transition="in" filter="fade">
                                      <p:cBhvr>
                                        <p:cTn id="7" dur="1000"/>
                                        <p:tgtEl>
                                          <p:spTgt spid="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438" name="Shape 438"/>
        <p:cNvGrpSpPr/>
        <p:nvPr/>
      </p:nvGrpSpPr>
      <p:grpSpPr>
        <a:xfrm>
          <a:off x="0" y="0"/>
          <a:ext cx="0" cy="0"/>
          <a:chOff x="0" y="0"/>
          <a:chExt cx="0" cy="0"/>
        </a:xfrm>
      </p:grpSpPr>
      <p:sp>
        <p:nvSpPr>
          <p:cNvPr id="439" name="Google Shape;439;g156ec278577_0_694"/>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440" name="Google Shape;440;g156ec278577_0_694"/>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41" name="Google Shape;441;g156ec278577_0_694"/>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42" name="Google Shape;442;g156ec278577_0_694"/>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Q13</a:t>
            </a:r>
            <a:endParaRPr sz="2000" b="1">
              <a:solidFill>
                <a:srgbClr val="FFFFFF"/>
              </a:solidFill>
            </a:endParaRPr>
          </a:p>
        </p:txBody>
      </p:sp>
      <p:sp>
        <p:nvSpPr>
          <p:cNvPr id="443" name="Google Shape;443;g156ec278577_0_694"/>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highlight>
                  <a:schemeClr val="lt1"/>
                </a:highlight>
              </a:rPr>
              <a:t>Words in each pair are antonym to each other.</a:t>
            </a:r>
            <a:endParaRPr sz="1800">
              <a:solidFill>
                <a:schemeClr val="dk1"/>
              </a:solidFill>
              <a:highlight>
                <a:schemeClr val="lt1"/>
              </a:highlight>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447" name="Shape 447"/>
        <p:cNvGrpSpPr/>
        <p:nvPr/>
      </p:nvGrpSpPr>
      <p:grpSpPr>
        <a:xfrm>
          <a:off x="0" y="0"/>
          <a:ext cx="0" cy="0"/>
          <a:chOff x="0" y="0"/>
          <a:chExt cx="0" cy="0"/>
        </a:xfrm>
      </p:grpSpPr>
      <p:sp>
        <p:nvSpPr>
          <p:cNvPr id="448" name="Google Shape;448;g156ec278577_0_702"/>
          <p:cNvSpPr txBox="1"/>
          <p:nvPr/>
        </p:nvSpPr>
        <p:spPr>
          <a:xfrm>
            <a:off x="84350" y="1371649"/>
            <a:ext cx="8472300" cy="2088300"/>
          </a:xfrm>
          <a:prstGeom prst="rect">
            <a:avLst/>
          </a:prstGeom>
          <a:noFill/>
          <a:ln>
            <a:noFill/>
          </a:ln>
        </p:spPr>
        <p:txBody>
          <a:bodyPr spcFirstLastPara="1" wrap="square" lIns="91425" tIns="45700" rIns="91425" bIns="45700" anchor="t" anchorCtr="0">
            <a:spAutoFit/>
          </a:bodyPr>
          <a:lstStyle/>
          <a:p>
            <a:pPr marL="0" lvl="0" indent="0" algn="l" rtl="0">
              <a:lnSpc>
                <a:spcPct val="133000"/>
              </a:lnSpc>
              <a:spcBef>
                <a:spcPts val="800"/>
              </a:spcBef>
              <a:spcAft>
                <a:spcPts val="0"/>
              </a:spcAft>
              <a:buClr>
                <a:schemeClr val="dk1"/>
              </a:buClr>
              <a:buSzPts val="1400"/>
              <a:buFont typeface="Arial" panose="020B0604020202020204"/>
              <a:buNone/>
            </a:pPr>
            <a:r>
              <a:rPr lang="en-GB" sz="1800">
                <a:solidFill>
                  <a:schemeClr val="dk1"/>
                </a:solidFill>
              </a:rPr>
              <a:t>Find analogous pair of Sound : Muffled</a:t>
            </a:r>
            <a:endParaRPr sz="1800">
              <a:solidFill>
                <a:schemeClr val="dk1"/>
              </a:solidFill>
            </a:endParaRPr>
          </a:p>
          <a:p>
            <a:pPr marL="457200" lvl="0" indent="-342900" algn="l" rtl="0">
              <a:lnSpc>
                <a:spcPct val="150000"/>
              </a:lnSpc>
              <a:spcBef>
                <a:spcPts val="800"/>
              </a:spcBef>
              <a:spcAft>
                <a:spcPts val="0"/>
              </a:spcAft>
              <a:buClr>
                <a:schemeClr val="dk1"/>
              </a:buClr>
              <a:buSzPts val="1800"/>
              <a:buAutoNum type="alphaUcParenR"/>
            </a:pPr>
            <a:r>
              <a:rPr lang="en-GB" sz="1800">
                <a:solidFill>
                  <a:schemeClr val="dk1"/>
                </a:solidFill>
              </a:rPr>
              <a:t>Moisture : Humid</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Colour : Faded</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Despair : Anger</a:t>
            </a:r>
            <a:endParaRPr sz="1800">
              <a:solidFill>
                <a:schemeClr val="dk1"/>
              </a:solidFill>
            </a:endParaRPr>
          </a:p>
          <a:p>
            <a:pPr marL="457200" lvl="0" indent="-342900" algn="l" rtl="0">
              <a:lnSpc>
                <a:spcPct val="150000"/>
              </a:lnSpc>
              <a:spcBef>
                <a:spcPts val="0"/>
              </a:spcBef>
              <a:spcAft>
                <a:spcPts val="0"/>
              </a:spcAft>
              <a:buClr>
                <a:schemeClr val="dk1"/>
              </a:buClr>
              <a:buSzPts val="1800"/>
              <a:buAutoNum type="alphaUcParenR"/>
            </a:pPr>
            <a:r>
              <a:rPr lang="en-GB" sz="1800">
                <a:solidFill>
                  <a:schemeClr val="dk1"/>
                </a:solidFill>
              </a:rPr>
              <a:t>Odour : Pungent</a:t>
            </a:r>
            <a:endParaRPr sz="1800">
              <a:solidFill>
                <a:schemeClr val="dk1"/>
              </a:solidFill>
            </a:endParaRPr>
          </a:p>
        </p:txBody>
      </p:sp>
      <p:pic>
        <p:nvPicPr>
          <p:cNvPr id="449" name="Google Shape;449;g156ec278577_0_702"/>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50" name="Google Shape;450;g156ec278577_0_702"/>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51" name="Google Shape;451;g156ec278577_0_702"/>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a:t>
            </a:r>
            <a:r>
              <a:rPr lang="en-GB" sz="2000" b="1">
                <a:solidFill>
                  <a:srgbClr val="FFFFFF"/>
                </a:solidFill>
              </a:rPr>
              <a:t>14</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52" name="Google Shape;452;g156ec278577_0_702"/>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B</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2"/>
                                        </p:tgtEl>
                                        <p:attrNameLst>
                                          <p:attrName>style.visibility</p:attrName>
                                        </p:attrNameLst>
                                      </p:cBhvr>
                                      <p:to>
                                        <p:strVal val="visible"/>
                                      </p:to>
                                    </p:set>
                                    <p:animEffect transition="in" filter="fade">
                                      <p:cBhvr>
                                        <p:cTn id="7" dur="1000"/>
                                        <p:tgtEl>
                                          <p:spTgt spid="4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456" name="Shape 456"/>
        <p:cNvGrpSpPr/>
        <p:nvPr/>
      </p:nvGrpSpPr>
      <p:grpSpPr>
        <a:xfrm>
          <a:off x="0" y="0"/>
          <a:ext cx="0" cy="0"/>
          <a:chOff x="0" y="0"/>
          <a:chExt cx="0" cy="0"/>
        </a:xfrm>
      </p:grpSpPr>
      <p:sp>
        <p:nvSpPr>
          <p:cNvPr id="457" name="Google Shape;457;g156ec278577_0_710"/>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458" name="Google Shape;458;g156ec278577_0_710"/>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59" name="Google Shape;459;g156ec278577_0_710"/>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60" name="Google Shape;460;g156ec278577_0_710"/>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Q14</a:t>
            </a:r>
            <a:endParaRPr sz="2000" b="1">
              <a:solidFill>
                <a:srgbClr val="FFFFFF"/>
              </a:solidFill>
            </a:endParaRPr>
          </a:p>
        </p:txBody>
      </p:sp>
      <p:sp>
        <p:nvSpPr>
          <p:cNvPr id="461" name="Google Shape;461;g156ec278577_0_710"/>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highlight>
                  <a:schemeClr val="lt1"/>
                </a:highlight>
              </a:rPr>
              <a:t>Second is the process of gradual disappearance of first.</a:t>
            </a:r>
            <a:endParaRPr sz="1800">
              <a:solidFill>
                <a:schemeClr val="dk1"/>
              </a:solidFill>
              <a:highlight>
                <a:schemeClr val="lt1"/>
              </a:highlight>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465" name="Shape 465"/>
        <p:cNvGrpSpPr/>
        <p:nvPr/>
      </p:nvGrpSpPr>
      <p:grpSpPr>
        <a:xfrm>
          <a:off x="0" y="0"/>
          <a:ext cx="0" cy="0"/>
          <a:chOff x="0" y="0"/>
          <a:chExt cx="0" cy="0"/>
        </a:xfrm>
      </p:grpSpPr>
      <p:sp>
        <p:nvSpPr>
          <p:cNvPr id="466" name="Google Shape;466;g156ec278577_0_718"/>
          <p:cNvSpPr txBox="1"/>
          <p:nvPr/>
        </p:nvSpPr>
        <p:spPr>
          <a:xfrm>
            <a:off x="84350" y="1371649"/>
            <a:ext cx="8472300" cy="1857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GB" sz="1800">
                <a:solidFill>
                  <a:schemeClr val="dk1"/>
                </a:solidFill>
              </a:rPr>
              <a:t>Communicable disease: Malaria :: Non-Communicable disease: ?</a:t>
            </a:r>
            <a:endParaRPr sz="1800">
              <a:solidFill>
                <a:schemeClr val="dk1"/>
              </a:solidFill>
            </a:endParaRPr>
          </a:p>
          <a:p>
            <a:pPr marL="0" lvl="0" indent="0" algn="l" rtl="0">
              <a:spcBef>
                <a:spcPts val="0"/>
              </a:spcBef>
              <a:spcAft>
                <a:spcPts val="0"/>
              </a:spcAft>
              <a:buClr>
                <a:schemeClr val="dk1"/>
              </a:buClr>
              <a:buSzPts val="1400"/>
              <a:buFont typeface="Arial" panose="020B0604020202020204"/>
              <a:buNone/>
            </a:pPr>
            <a:endParaRPr sz="1800">
              <a:solidFill>
                <a:schemeClr val="dk1"/>
              </a:solidFill>
            </a:endParaRPr>
          </a:p>
          <a:p>
            <a:pPr marL="457200" lvl="0" indent="-342900" algn="l" rtl="0">
              <a:spcBef>
                <a:spcPts val="800"/>
              </a:spcBef>
              <a:spcAft>
                <a:spcPts val="0"/>
              </a:spcAft>
              <a:buClr>
                <a:schemeClr val="dk1"/>
              </a:buClr>
              <a:buSzPts val="1800"/>
              <a:buAutoNum type="alphaUcParenR"/>
            </a:pPr>
            <a:r>
              <a:rPr lang="en-GB" sz="1800">
                <a:solidFill>
                  <a:schemeClr val="dk1"/>
                </a:solidFill>
              </a:rPr>
              <a:t>Tuberculosis</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Hepatitis</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AIDS</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Cancer</a:t>
            </a:r>
            <a:endParaRPr sz="1800">
              <a:solidFill>
                <a:schemeClr val="dk1"/>
              </a:solidFill>
            </a:endParaRPr>
          </a:p>
        </p:txBody>
      </p:sp>
      <p:pic>
        <p:nvPicPr>
          <p:cNvPr id="467" name="Google Shape;467;g156ec278577_0_718"/>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68" name="Google Shape;468;g156ec278577_0_718"/>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69" name="Google Shape;469;g156ec278577_0_718"/>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a:t>
            </a:r>
            <a:r>
              <a:rPr lang="en-GB" sz="2000" b="1">
                <a:solidFill>
                  <a:srgbClr val="FFFFFF"/>
                </a:solidFill>
              </a:rPr>
              <a:t>1</a:t>
            </a:r>
            <a:r>
              <a:rPr lang="en-GB" sz="2000" b="1">
                <a:solidFill>
                  <a:srgbClr val="FFFFFF"/>
                </a:solidFill>
              </a:rPr>
              <a:t>5</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70" name="Google Shape;470;g156ec278577_0_718"/>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D</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0"/>
                                        </p:tgtEl>
                                        <p:attrNameLst>
                                          <p:attrName>style.visibility</p:attrName>
                                        </p:attrNameLst>
                                      </p:cBhvr>
                                      <p:to>
                                        <p:strVal val="visible"/>
                                      </p:to>
                                    </p:set>
                                    <p:animEffect transition="in" filter="fade">
                                      <p:cBhvr>
                                        <p:cTn id="7" dur="1000"/>
                                        <p:tgtEl>
                                          <p:spTgt spid="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474" name="Shape 474"/>
        <p:cNvGrpSpPr/>
        <p:nvPr/>
      </p:nvGrpSpPr>
      <p:grpSpPr>
        <a:xfrm>
          <a:off x="0" y="0"/>
          <a:ext cx="0" cy="0"/>
          <a:chOff x="0" y="0"/>
          <a:chExt cx="0" cy="0"/>
        </a:xfrm>
      </p:grpSpPr>
      <p:sp>
        <p:nvSpPr>
          <p:cNvPr id="475" name="Google Shape;475;g156ec278577_0_726"/>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476" name="Google Shape;476;g156ec278577_0_726"/>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77" name="Google Shape;477;g156ec278577_0_726"/>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78" name="Google Shape;478;g156ec278577_0_726"/>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Q15</a:t>
            </a:r>
            <a:endParaRPr sz="2000" b="1">
              <a:solidFill>
                <a:srgbClr val="FFFFFF"/>
              </a:solidFill>
            </a:endParaRPr>
          </a:p>
        </p:txBody>
      </p:sp>
      <p:sp>
        <p:nvSpPr>
          <p:cNvPr id="479" name="Google Shape;479;g156ec278577_0_726"/>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Cancer is Non-Communicable disease</a:t>
            </a:r>
            <a:endParaRPr sz="1800">
              <a:solidFill>
                <a:schemeClr val="dk1"/>
              </a:solidFill>
              <a:highlight>
                <a:schemeClr val="lt1"/>
              </a:highlight>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483" name="Shape 483"/>
        <p:cNvGrpSpPr/>
        <p:nvPr/>
      </p:nvGrpSpPr>
      <p:grpSpPr>
        <a:xfrm>
          <a:off x="0" y="0"/>
          <a:ext cx="0" cy="0"/>
          <a:chOff x="0" y="0"/>
          <a:chExt cx="0" cy="0"/>
        </a:xfrm>
      </p:grpSpPr>
      <p:sp>
        <p:nvSpPr>
          <p:cNvPr id="484" name="Google Shape;484;g156ec278577_0_734"/>
          <p:cNvSpPr txBox="1"/>
          <p:nvPr/>
        </p:nvSpPr>
        <p:spPr>
          <a:xfrm>
            <a:off x="84350" y="1371649"/>
            <a:ext cx="8472300" cy="2031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400"/>
              <a:buFont typeface="Arial" panose="020B0604020202020204"/>
              <a:buNone/>
            </a:pPr>
            <a:r>
              <a:rPr lang="en-GB" sz="1800">
                <a:solidFill>
                  <a:schemeClr val="dk1"/>
                </a:solidFill>
              </a:rPr>
              <a:t>Aerie : Eagle ::</a:t>
            </a:r>
            <a:endParaRPr sz="1800">
              <a:solidFill>
                <a:schemeClr val="dk1"/>
              </a:solidFill>
            </a:endParaRPr>
          </a:p>
          <a:p>
            <a:pPr marL="0" lvl="0" indent="0" algn="l" rtl="0">
              <a:spcBef>
                <a:spcPts val="0"/>
              </a:spcBef>
              <a:spcAft>
                <a:spcPts val="0"/>
              </a:spcAft>
              <a:buClr>
                <a:schemeClr val="dk1"/>
              </a:buClr>
              <a:buSzPts val="1400"/>
              <a:buFont typeface="Arial" panose="020B0604020202020204"/>
              <a:buNone/>
            </a:pP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Capital : Government</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Bridge: Architect</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Unit : Apartment</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Kennel : Veterinarian</a:t>
            </a:r>
            <a:endParaRPr sz="1800">
              <a:solidFill>
                <a:schemeClr val="dk1"/>
              </a:solidFill>
            </a:endParaRPr>
          </a:p>
          <a:p>
            <a:pPr marL="457200" lvl="0" indent="-342900" algn="l" rtl="0">
              <a:spcBef>
                <a:spcPts val="0"/>
              </a:spcBef>
              <a:spcAft>
                <a:spcPts val="0"/>
              </a:spcAft>
              <a:buClr>
                <a:schemeClr val="dk1"/>
              </a:buClr>
              <a:buSzPts val="1800"/>
              <a:buAutoNum type="alphaUcParenR"/>
            </a:pPr>
            <a:r>
              <a:rPr lang="en-GB" sz="1800">
                <a:solidFill>
                  <a:schemeClr val="dk1"/>
                </a:solidFill>
              </a:rPr>
              <a:t>House : Person</a:t>
            </a:r>
            <a:endParaRPr sz="1800">
              <a:solidFill>
                <a:schemeClr val="dk1"/>
              </a:solidFill>
            </a:endParaRPr>
          </a:p>
        </p:txBody>
      </p:sp>
      <p:pic>
        <p:nvPicPr>
          <p:cNvPr id="485" name="Google Shape;485;g156ec278577_0_734"/>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86" name="Google Shape;486;g156ec278577_0_734"/>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87" name="Google Shape;487;g156ec278577_0_734"/>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a:t>
            </a:r>
            <a:r>
              <a:rPr lang="en-GB" sz="2000" b="1">
                <a:solidFill>
                  <a:srgbClr val="FFFFFF"/>
                </a:solidFill>
              </a:rPr>
              <a:t>16</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88" name="Google Shape;488;g156ec278577_0_734"/>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animEffect transition="in" filter="fade">
                                      <p:cBhvr>
                                        <p:cTn id="7"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492" name="Shape 492"/>
        <p:cNvGrpSpPr/>
        <p:nvPr/>
      </p:nvGrpSpPr>
      <p:grpSpPr>
        <a:xfrm>
          <a:off x="0" y="0"/>
          <a:ext cx="0" cy="0"/>
          <a:chOff x="0" y="0"/>
          <a:chExt cx="0" cy="0"/>
        </a:xfrm>
      </p:grpSpPr>
      <p:sp>
        <p:nvSpPr>
          <p:cNvPr id="493" name="Google Shape;493;g156ec278577_0_742"/>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494" name="Google Shape;494;g156ec278577_0_742"/>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495" name="Google Shape;495;g156ec278577_0_742"/>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496" name="Google Shape;496;g156ec278577_0_742"/>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Q16</a:t>
            </a:r>
            <a:endParaRPr sz="2000" b="1">
              <a:solidFill>
                <a:srgbClr val="FFFFFF"/>
              </a:solidFill>
            </a:endParaRPr>
          </a:p>
        </p:txBody>
      </p:sp>
      <p:sp>
        <p:nvSpPr>
          <p:cNvPr id="497" name="Google Shape;497;g156ec278577_0_742"/>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An aerie is where an eagle lives ; a house is where a person lives</a:t>
            </a:r>
            <a:endParaRPr sz="1800">
              <a:solidFill>
                <a:schemeClr val="dk1"/>
              </a:solidFill>
              <a:highlight>
                <a:schemeClr val="lt1"/>
              </a:highlight>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501" name="Shape 501"/>
        <p:cNvGrpSpPr/>
        <p:nvPr/>
      </p:nvGrpSpPr>
      <p:grpSpPr>
        <a:xfrm>
          <a:off x="0" y="0"/>
          <a:ext cx="0" cy="0"/>
          <a:chOff x="0" y="0"/>
          <a:chExt cx="0" cy="0"/>
        </a:xfrm>
      </p:grpSpPr>
      <p:sp>
        <p:nvSpPr>
          <p:cNvPr id="502" name="Google Shape;502;g156ec278577_0_750"/>
          <p:cNvSpPr txBox="1"/>
          <p:nvPr/>
        </p:nvSpPr>
        <p:spPr>
          <a:xfrm>
            <a:off x="84350" y="1371649"/>
            <a:ext cx="8472300" cy="18573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GB" sz="1800">
                <a:solidFill>
                  <a:schemeClr val="dk1"/>
                </a:solidFill>
                <a:highlight>
                  <a:schemeClr val="lt1"/>
                </a:highlight>
              </a:rPr>
              <a:t>Mathematics is related to Numbers in the same way as History is related to ......</a:t>
            </a:r>
            <a:endParaRPr sz="1800">
              <a:solidFill>
                <a:schemeClr val="dk1"/>
              </a:solidFill>
              <a:highlight>
                <a:schemeClr val="lt1"/>
              </a:highlight>
            </a:endParaRPr>
          </a:p>
          <a:p>
            <a:pPr marL="0" lvl="0" indent="0" algn="l" rtl="0">
              <a:spcBef>
                <a:spcPts val="0"/>
              </a:spcBef>
              <a:spcAft>
                <a:spcPts val="0"/>
              </a:spcAft>
              <a:buClr>
                <a:schemeClr val="dk1"/>
              </a:buClr>
              <a:buSzPts val="1400"/>
              <a:buFont typeface="Arial" panose="020B0604020202020204"/>
              <a:buNone/>
            </a:pPr>
            <a:endParaRPr sz="1800">
              <a:solidFill>
                <a:schemeClr val="dk1"/>
              </a:solidFill>
              <a:highlight>
                <a:schemeClr val="lt1"/>
              </a:highlight>
            </a:endParaRPr>
          </a:p>
          <a:p>
            <a:pPr marL="457200" lvl="0" indent="-342900" algn="l" rtl="0">
              <a:spcBef>
                <a:spcPts val="800"/>
              </a:spcBef>
              <a:spcAft>
                <a:spcPts val="0"/>
              </a:spcAft>
              <a:buClr>
                <a:schemeClr val="dk1"/>
              </a:buClr>
              <a:buSzPts val="1800"/>
              <a:buAutoNum type="alphaUcParenR"/>
            </a:pPr>
            <a:r>
              <a:rPr lang="en-GB" sz="1800">
                <a:solidFill>
                  <a:schemeClr val="dk1"/>
                </a:solidFill>
                <a:highlight>
                  <a:schemeClr val="lt1"/>
                </a:highlight>
              </a:rPr>
              <a:t>People</a:t>
            </a:r>
            <a:endParaRPr sz="1800">
              <a:solidFill>
                <a:schemeClr val="dk1"/>
              </a:solidFill>
              <a:highlight>
                <a:schemeClr val="lt1"/>
              </a:highlight>
            </a:endParaRPr>
          </a:p>
          <a:p>
            <a:pPr marL="457200" lvl="0" indent="-342900" algn="l" rtl="0">
              <a:spcBef>
                <a:spcPts val="0"/>
              </a:spcBef>
              <a:spcAft>
                <a:spcPts val="0"/>
              </a:spcAft>
              <a:buClr>
                <a:schemeClr val="dk1"/>
              </a:buClr>
              <a:buSzPts val="1800"/>
              <a:buAutoNum type="alphaUcParenR"/>
            </a:pPr>
            <a:r>
              <a:rPr lang="en-GB" sz="1800">
                <a:solidFill>
                  <a:schemeClr val="dk1"/>
                </a:solidFill>
                <a:highlight>
                  <a:schemeClr val="lt1"/>
                </a:highlight>
              </a:rPr>
              <a:t>Events</a:t>
            </a:r>
            <a:endParaRPr sz="1800">
              <a:solidFill>
                <a:schemeClr val="dk1"/>
              </a:solidFill>
              <a:highlight>
                <a:schemeClr val="lt1"/>
              </a:highlight>
            </a:endParaRPr>
          </a:p>
          <a:p>
            <a:pPr marL="457200" lvl="0" indent="-342900" algn="l" rtl="0">
              <a:spcBef>
                <a:spcPts val="0"/>
              </a:spcBef>
              <a:spcAft>
                <a:spcPts val="0"/>
              </a:spcAft>
              <a:buClr>
                <a:schemeClr val="dk1"/>
              </a:buClr>
              <a:buSzPts val="1800"/>
              <a:buAutoNum type="alphaUcParenR"/>
            </a:pPr>
            <a:r>
              <a:rPr lang="en-GB" sz="1800">
                <a:solidFill>
                  <a:schemeClr val="dk1"/>
                </a:solidFill>
                <a:highlight>
                  <a:schemeClr val="lt1"/>
                </a:highlight>
              </a:rPr>
              <a:t>Dates</a:t>
            </a:r>
            <a:endParaRPr sz="1800">
              <a:solidFill>
                <a:schemeClr val="dk1"/>
              </a:solidFill>
              <a:highlight>
                <a:schemeClr val="lt1"/>
              </a:highlight>
            </a:endParaRPr>
          </a:p>
          <a:p>
            <a:pPr marL="457200" lvl="0" indent="-342900" algn="l" rtl="0">
              <a:spcBef>
                <a:spcPts val="0"/>
              </a:spcBef>
              <a:spcAft>
                <a:spcPts val="0"/>
              </a:spcAft>
              <a:buClr>
                <a:schemeClr val="dk1"/>
              </a:buClr>
              <a:buSzPts val="1800"/>
              <a:buAutoNum type="alphaUcParenR"/>
            </a:pPr>
            <a:r>
              <a:rPr lang="en-GB" sz="1800">
                <a:solidFill>
                  <a:schemeClr val="dk1"/>
                </a:solidFill>
                <a:highlight>
                  <a:schemeClr val="lt1"/>
                </a:highlight>
              </a:rPr>
              <a:t>Wars</a:t>
            </a:r>
            <a:endParaRPr sz="1800">
              <a:solidFill>
                <a:schemeClr val="dk1"/>
              </a:solidFill>
            </a:endParaRPr>
          </a:p>
        </p:txBody>
      </p:sp>
      <p:pic>
        <p:nvPicPr>
          <p:cNvPr id="503" name="Google Shape;503;g156ec278577_0_750"/>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504" name="Google Shape;504;g156ec278577_0_750"/>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505" name="Google Shape;505;g156ec278577_0_750"/>
          <p:cNvSpPr/>
          <p:nvPr/>
        </p:nvSpPr>
        <p:spPr>
          <a:xfrm>
            <a:off x="3247950" y="270400"/>
            <a:ext cx="2648100" cy="449400"/>
          </a:xfrm>
          <a:prstGeom prst="roundRect">
            <a:avLst>
              <a:gd name="adj" fmla="val 16667"/>
            </a:avLst>
          </a:prstGeom>
          <a:solidFill>
            <a:srgbClr val="99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GB" sz="2000" b="1" i="0" u="none" strike="noStrike" cap="none">
                <a:solidFill>
                  <a:srgbClr val="FFFFFF"/>
                </a:solidFill>
                <a:latin typeface="Arial" panose="020B0604020202020204"/>
                <a:ea typeface="Arial" panose="020B0604020202020204"/>
                <a:cs typeface="Arial" panose="020B0604020202020204"/>
                <a:sym typeface="Arial" panose="020B0604020202020204"/>
              </a:rPr>
              <a:t>Question: Q</a:t>
            </a:r>
            <a:r>
              <a:rPr lang="en-GB" sz="2000" b="1">
                <a:solidFill>
                  <a:srgbClr val="FFFFFF"/>
                </a:solidFill>
              </a:rPr>
              <a:t>17</a:t>
            </a:r>
            <a:endParaRPr sz="2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06" name="Google Shape;506;g156ec278577_0_750"/>
          <p:cNvSpPr txBox="1"/>
          <p:nvPr/>
        </p:nvSpPr>
        <p:spPr>
          <a:xfrm>
            <a:off x="7189450" y="4324350"/>
            <a:ext cx="1456500" cy="355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Answer : </a:t>
            </a:r>
            <a:r>
              <a:rPr lang="en-GB" sz="1600" b="1">
                <a:solidFill>
                  <a:schemeClr val="dk1"/>
                </a:solidFill>
              </a:rPr>
              <a:t>B</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6"/>
                                        </p:tgtEl>
                                        <p:attrNameLst>
                                          <p:attrName>style.visibility</p:attrName>
                                        </p:attrNameLst>
                                      </p:cBhvr>
                                      <p:to>
                                        <p:strVal val="visible"/>
                                      </p:to>
                                    </p:set>
                                    <p:animEffect transition="in" filter="fade">
                                      <p:cBhvr>
                                        <p:cTn id="7" dur="1000"/>
                                        <p:tgtEl>
                                          <p:spTgt spid="5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510" name="Shape 510"/>
        <p:cNvGrpSpPr/>
        <p:nvPr/>
      </p:nvGrpSpPr>
      <p:grpSpPr>
        <a:xfrm>
          <a:off x="0" y="0"/>
          <a:ext cx="0" cy="0"/>
          <a:chOff x="0" y="0"/>
          <a:chExt cx="0" cy="0"/>
        </a:xfrm>
      </p:grpSpPr>
      <p:sp>
        <p:nvSpPr>
          <p:cNvPr id="511" name="Google Shape;511;g156ec278577_0_758"/>
          <p:cNvSpPr txBox="1"/>
          <p:nvPr/>
        </p:nvSpPr>
        <p:spPr>
          <a:xfrm>
            <a:off x="342900" y="1009649"/>
            <a:ext cx="8472300" cy="307800"/>
          </a:xfrm>
          <a:prstGeom prst="rect">
            <a:avLst/>
          </a:prstGeom>
          <a:noFill/>
          <a:ln>
            <a:noFill/>
          </a:ln>
        </p:spPr>
        <p:txBody>
          <a:bodyPr spcFirstLastPara="1" wrap="square" lIns="91425" tIns="45700" rIns="91425" bIns="45700" anchor="t" anchorCtr="0">
            <a:spAutoFit/>
          </a:bodyPr>
          <a:lstStyle/>
          <a:p>
            <a:pPr marL="457200" marR="0" lvl="0" indent="0" algn="l" rtl="0">
              <a:lnSpc>
                <a:spcPct val="100000"/>
              </a:lnSpc>
              <a:spcBef>
                <a:spcPts val="0"/>
              </a:spcBef>
              <a:spcAft>
                <a:spcPts val="0"/>
              </a:spcAft>
              <a:buNone/>
            </a:pPr>
            <a:endParaRPr>
              <a:solidFill>
                <a:schemeClr val="dk1"/>
              </a:solidFill>
              <a:highlight>
                <a:schemeClr val="lt1"/>
              </a:highlight>
            </a:endParaRPr>
          </a:p>
        </p:txBody>
      </p:sp>
      <p:pic>
        <p:nvPicPr>
          <p:cNvPr id="512" name="Google Shape;512;g156ec278577_0_758"/>
          <p:cNvPicPr preferRelativeResize="0"/>
          <p:nvPr/>
        </p:nvPicPr>
        <p:blipFill rotWithShape="1">
          <a:blip r:embed="rId1"/>
          <a:srcRect r="53855"/>
          <a:stretch>
            <a:fillRect/>
          </a:stretch>
        </p:blipFill>
        <p:spPr>
          <a:xfrm>
            <a:off x="8096775" y="0"/>
            <a:ext cx="1047224" cy="1102725"/>
          </a:xfrm>
          <a:prstGeom prst="rect">
            <a:avLst/>
          </a:prstGeom>
          <a:noFill/>
          <a:ln>
            <a:noFill/>
          </a:ln>
        </p:spPr>
      </p:pic>
      <p:pic>
        <p:nvPicPr>
          <p:cNvPr id="513" name="Google Shape;513;g156ec278577_0_758"/>
          <p:cNvPicPr preferRelativeResize="0"/>
          <p:nvPr/>
        </p:nvPicPr>
        <p:blipFill rotWithShape="1">
          <a:blip r:embed="rId2"/>
          <a:srcRect l="8630" r="8622" b="57237"/>
          <a:stretch>
            <a:fillRect/>
          </a:stretch>
        </p:blipFill>
        <p:spPr>
          <a:xfrm rot="10800000" flipH="1">
            <a:off x="0" y="625"/>
            <a:ext cx="3564399" cy="926125"/>
          </a:xfrm>
          <a:prstGeom prst="rect">
            <a:avLst/>
          </a:prstGeom>
          <a:noFill/>
          <a:ln>
            <a:noFill/>
          </a:ln>
        </p:spPr>
      </p:pic>
      <p:sp>
        <p:nvSpPr>
          <p:cNvPr id="514" name="Google Shape;514;g156ec278577_0_758"/>
          <p:cNvSpPr/>
          <p:nvPr/>
        </p:nvSpPr>
        <p:spPr>
          <a:xfrm>
            <a:off x="3247950" y="270400"/>
            <a:ext cx="2832600" cy="449400"/>
          </a:xfrm>
          <a:prstGeom prst="roundRect">
            <a:avLst>
              <a:gd name="adj" fmla="val 16667"/>
            </a:avLst>
          </a:prstGeom>
          <a:solidFill>
            <a:srgbClr val="6AA84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2000" b="1">
                <a:solidFill>
                  <a:srgbClr val="FFFFFF"/>
                </a:solidFill>
              </a:rPr>
              <a:t>Explanation: </a:t>
            </a:r>
            <a:r>
              <a:rPr lang="en-GB" sz="2000" b="1">
                <a:solidFill>
                  <a:srgbClr val="FFFFFF"/>
                </a:solidFill>
              </a:rPr>
              <a:t>Q17</a:t>
            </a:r>
            <a:endParaRPr sz="2000" b="1">
              <a:solidFill>
                <a:srgbClr val="FFFFFF"/>
              </a:solidFill>
            </a:endParaRPr>
          </a:p>
        </p:txBody>
      </p:sp>
      <p:sp>
        <p:nvSpPr>
          <p:cNvPr id="515" name="Google Shape;515;g156ec278577_0_758"/>
          <p:cNvSpPr txBox="1"/>
          <p:nvPr/>
        </p:nvSpPr>
        <p:spPr>
          <a:xfrm>
            <a:off x="150350" y="1400350"/>
            <a:ext cx="8424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rPr>
              <a:t>Mathematics is the theory of numbers and History is the theory of past events.</a:t>
            </a:r>
            <a:endParaRPr sz="1800">
              <a:solidFill>
                <a:schemeClr val="dk1"/>
              </a:solidFill>
            </a:endParaRPr>
          </a:p>
        </p:txBody>
      </p:sp>
    </p:spTree>
  </p:cSld>
  <p:clrMapOvr>
    <a:masterClrMapping/>
  </p:clrMapOvr>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4429</Words>
  <Application>WPS Presentation</Application>
  <PresentationFormat/>
  <Paragraphs>361</Paragraphs>
  <Slides>40</Slides>
  <Notes>0</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40</vt:i4>
      </vt:variant>
    </vt:vector>
  </HeadingPairs>
  <TitlesOfParts>
    <vt:vector size="53" baseType="lpstr">
      <vt:lpstr>Arial</vt:lpstr>
      <vt:lpstr>SimSun</vt:lpstr>
      <vt:lpstr>Wingdings</vt:lpstr>
      <vt:lpstr>Arial</vt:lpstr>
      <vt:lpstr>Roboto</vt:lpstr>
      <vt:lpstr>Microsoft YaHei</vt:lpstr>
      <vt:lpstr>Arial Unicode MS</vt:lpstr>
      <vt:lpstr>Calibri</vt:lpstr>
      <vt:lpstr>Proxima Nova</vt:lpstr>
      <vt:lpstr>Simple Light</vt:lpstr>
      <vt:lpstr>Simple Light</vt:lpstr>
      <vt:lpstr>Simple Light</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Prasanth P</cp:lastModifiedBy>
  <cp:revision>1</cp:revision>
  <dcterms:created xsi:type="dcterms:W3CDTF">2023-01-05T07:16:41Z</dcterms:created>
  <dcterms:modified xsi:type="dcterms:W3CDTF">2023-01-05T07:16:41Z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FA9EE7A56C1F487B925DF30464F69BFA</vt:lpwstr>
  </property>
  <property fmtid="{D5CDD505-2E9C-101B-9397-08002B2CF9AE}" pid="3" name="KSOProductBuildVer">
    <vt:lpwstr>1033-11.2.0.11214</vt:lpwstr>
  </property>
</Properties>
</file>