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Lst>
  <p:sldSz cx="9144000" cy="5143500"/>
  <p:notesSz cx="6858000" cy="9144000"/>
  <p:embeddedFontLst>
    <p:embeddedFont>
      <p:font typeface="Roboto" panose="0200000000000000000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pos="2222"/>
        <p:guide orient="horz" pos="2755"/>
        <p:guide orient="horz" pos="776"/>
        <p:guide pos="206"/>
        <p:guide pos="5553"/>
        <p:guide orient="horz" pos="914"/>
        <p:guide orient="horz" pos="2451"/>
        <p:guide pos="871"/>
        <p:guide pos="2880"/>
        <p:guide pos="4909"/>
        <p:guide orient="horz" pos="2193"/>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5" Type="http://schemas.openxmlformats.org/officeDocument/2006/relationships/font" Target="fonts/font4.fntdata"/><Relationship Id="rId44" Type="http://schemas.openxmlformats.org/officeDocument/2006/relationships/font" Target="fonts/font3.fntdata"/><Relationship Id="rId43" Type="http://schemas.openxmlformats.org/officeDocument/2006/relationships/font" Target="fonts/font2.fntdata"/><Relationship Id="rId42" Type="http://schemas.openxmlformats.org/officeDocument/2006/relationships/font" Target="fonts/font1.fntdata"/><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notesMaster" Target="notesMasters/notesMaster1.xml"/><Relationship Id="rId39" Type="http://schemas.openxmlformats.org/officeDocument/2006/relationships/presProps" Target="presProps.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 name="Shape 47"/>
        <p:cNvGrpSpPr/>
        <p:nvPr/>
      </p:nvGrpSpPr>
      <p:grpSpPr>
        <a:xfrm>
          <a:off x="0" y="0"/>
          <a:ext cx="0" cy="0"/>
          <a:chOff x="0" y="0"/>
          <a:chExt cx="0" cy="0"/>
        </a:xfrm>
      </p:grpSpPr>
      <p:sp>
        <p:nvSpPr>
          <p:cNvPr id="48" name="Google Shape;48;p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 name="Google Shape;49;p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t>Cover Slide</a:t>
            </a:r>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 name="Shape 52"/>
        <p:cNvGrpSpPr/>
        <p:nvPr/>
      </p:nvGrpSpPr>
      <p:grpSpPr>
        <a:xfrm>
          <a:off x="0" y="0"/>
          <a:ext cx="0" cy="0"/>
          <a:chOff x="0" y="0"/>
          <a:chExt cx="0" cy="0"/>
        </a:xfrm>
      </p:grpSpPr>
      <p:sp>
        <p:nvSpPr>
          <p:cNvPr id="53" name="Google Shape;53;g13ffb130b86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 name="Google Shape;54;g13ffb130b86_0_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457200" algn="l" rtl="0">
              <a:lnSpc>
                <a:spcPct val="100000"/>
              </a:lnSpc>
              <a:spcBef>
                <a:spcPts val="0"/>
              </a:spcBef>
              <a:spcAft>
                <a:spcPts val="800"/>
              </a:spcAft>
              <a:buClr>
                <a:schemeClr val="dk1"/>
              </a:buClr>
              <a:buSzPts val="1100"/>
              <a:buFont typeface="Arial" panose="020B0604020202020204"/>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2" name="Shape 62"/>
        <p:cNvGrpSpPr/>
        <p:nvPr/>
      </p:nvGrpSpPr>
      <p:grpSpPr>
        <a:xfrm>
          <a:off x="0" y="0"/>
          <a:ext cx="0" cy="0"/>
          <a:chOff x="0" y="0"/>
          <a:chExt cx="0" cy="0"/>
        </a:xfrm>
      </p:grpSpPr>
      <p:sp>
        <p:nvSpPr>
          <p:cNvPr id="63" name="Google Shape;63;p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457200" algn="l" rtl="0">
              <a:lnSpc>
                <a:spcPct val="100000"/>
              </a:lnSpc>
              <a:spcBef>
                <a:spcPts val="0"/>
              </a:spcBef>
              <a:spcAft>
                <a:spcPts val="800"/>
              </a:spcAft>
              <a:buClr>
                <a:schemeClr val="dk1"/>
              </a:buClr>
              <a:buSzPts val="1100"/>
              <a:buFont typeface="Arial" panose="020B0604020202020204"/>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9" name="Shape 69"/>
        <p:cNvGrpSpPr/>
        <p:nvPr/>
      </p:nvGrpSpPr>
      <p:grpSpPr>
        <a:xfrm>
          <a:off x="0" y="0"/>
          <a:ext cx="0" cy="0"/>
          <a:chOff x="0" y="0"/>
          <a:chExt cx="0" cy="0"/>
        </a:xfrm>
      </p:grpSpPr>
      <p:sp>
        <p:nvSpPr>
          <p:cNvPr id="70" name="Google Shape;70;p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p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7" name="Shape 77"/>
        <p:cNvGrpSpPr/>
        <p:nvPr/>
      </p:nvGrpSpPr>
      <p:grpSpPr>
        <a:xfrm>
          <a:off x="0" y="0"/>
          <a:ext cx="0" cy="0"/>
          <a:chOff x="0" y="0"/>
          <a:chExt cx="0" cy="0"/>
        </a:xfrm>
      </p:grpSpPr>
      <p:sp>
        <p:nvSpPr>
          <p:cNvPr id="78" name="Google Shape;78;p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p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87" name="Shape 87"/>
        <p:cNvGrpSpPr/>
        <p:nvPr/>
      </p:nvGrpSpPr>
      <p:grpSpPr>
        <a:xfrm>
          <a:off x="0" y="0"/>
          <a:ext cx="0" cy="0"/>
          <a:chOff x="0" y="0"/>
          <a:chExt cx="0" cy="0"/>
        </a:xfrm>
      </p:grpSpPr>
      <p:sp>
        <p:nvSpPr>
          <p:cNvPr id="88" name="Google Shape;88;p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 name="Google Shape;89;p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 name="Google Shape;98;p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6" name="Shape 106"/>
        <p:cNvGrpSpPr/>
        <p:nvPr/>
      </p:nvGrpSpPr>
      <p:grpSpPr>
        <a:xfrm>
          <a:off x="0" y="0"/>
          <a:ext cx="0" cy="0"/>
          <a:chOff x="0" y="0"/>
          <a:chExt cx="0" cy="0"/>
        </a:xfrm>
      </p:grpSpPr>
      <p:sp>
        <p:nvSpPr>
          <p:cNvPr id="107" name="Google Shape;107;p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p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5" name="Shape 115"/>
        <p:cNvGrpSpPr/>
        <p:nvPr/>
      </p:nvGrpSpPr>
      <p:grpSpPr>
        <a:xfrm>
          <a:off x="0" y="0"/>
          <a:ext cx="0" cy="0"/>
          <a:chOff x="0" y="0"/>
          <a:chExt cx="0" cy="0"/>
        </a:xfrm>
      </p:grpSpPr>
      <p:sp>
        <p:nvSpPr>
          <p:cNvPr id="116" name="Google Shape;116;p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p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5" name="Shape 125"/>
        <p:cNvGrpSpPr/>
        <p:nvPr/>
      </p:nvGrpSpPr>
      <p:grpSpPr>
        <a:xfrm>
          <a:off x="0" y="0"/>
          <a:ext cx="0" cy="0"/>
          <a:chOff x="0" y="0"/>
          <a:chExt cx="0" cy="0"/>
        </a:xfrm>
      </p:grpSpPr>
      <p:sp>
        <p:nvSpPr>
          <p:cNvPr id="126" name="Google Shape;126;p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p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4" name="Shape 134"/>
        <p:cNvGrpSpPr/>
        <p:nvPr/>
      </p:nvGrpSpPr>
      <p:grpSpPr>
        <a:xfrm>
          <a:off x="0" y="0"/>
          <a:ext cx="0" cy="0"/>
          <a:chOff x="0" y="0"/>
          <a:chExt cx="0" cy="0"/>
        </a:xfrm>
      </p:grpSpPr>
      <p:sp>
        <p:nvSpPr>
          <p:cNvPr id="135" name="Google Shape;135;p1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6" name="Google Shape;136;p1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4" name="Shape 144"/>
        <p:cNvGrpSpPr/>
        <p:nvPr/>
      </p:nvGrpSpPr>
      <p:grpSpPr>
        <a:xfrm>
          <a:off x="0" y="0"/>
          <a:ext cx="0" cy="0"/>
          <a:chOff x="0" y="0"/>
          <a:chExt cx="0" cy="0"/>
        </a:xfrm>
      </p:grpSpPr>
      <p:sp>
        <p:nvSpPr>
          <p:cNvPr id="145" name="Google Shape;145;p1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p1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3" name="Shape 153"/>
        <p:cNvGrpSpPr/>
        <p:nvPr/>
      </p:nvGrpSpPr>
      <p:grpSpPr>
        <a:xfrm>
          <a:off x="0" y="0"/>
          <a:ext cx="0" cy="0"/>
          <a:chOff x="0" y="0"/>
          <a:chExt cx="0" cy="0"/>
        </a:xfrm>
      </p:grpSpPr>
      <p:sp>
        <p:nvSpPr>
          <p:cNvPr id="154" name="Google Shape;154;p1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p1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3" name="Shape 163"/>
        <p:cNvGrpSpPr/>
        <p:nvPr/>
      </p:nvGrpSpPr>
      <p:grpSpPr>
        <a:xfrm>
          <a:off x="0" y="0"/>
          <a:ext cx="0" cy="0"/>
          <a:chOff x="0" y="0"/>
          <a:chExt cx="0" cy="0"/>
        </a:xfrm>
      </p:grpSpPr>
      <p:sp>
        <p:nvSpPr>
          <p:cNvPr id="164" name="Google Shape;164;p1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5" name="Google Shape;165;p1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2" name="Shape 172"/>
        <p:cNvGrpSpPr/>
        <p:nvPr/>
      </p:nvGrpSpPr>
      <p:grpSpPr>
        <a:xfrm>
          <a:off x="0" y="0"/>
          <a:ext cx="0" cy="0"/>
          <a:chOff x="0" y="0"/>
          <a:chExt cx="0" cy="0"/>
        </a:xfrm>
      </p:grpSpPr>
      <p:sp>
        <p:nvSpPr>
          <p:cNvPr id="173" name="Google Shape;173;p1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p1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1" name="Shape 181"/>
        <p:cNvGrpSpPr/>
        <p:nvPr/>
      </p:nvGrpSpPr>
      <p:grpSpPr>
        <a:xfrm>
          <a:off x="0" y="0"/>
          <a:ext cx="0" cy="0"/>
          <a:chOff x="0" y="0"/>
          <a:chExt cx="0" cy="0"/>
        </a:xfrm>
      </p:grpSpPr>
      <p:sp>
        <p:nvSpPr>
          <p:cNvPr id="182" name="Google Shape;182;p1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3" name="Google Shape;183;p1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1" name="Shape 191"/>
        <p:cNvGrpSpPr/>
        <p:nvPr/>
      </p:nvGrpSpPr>
      <p:grpSpPr>
        <a:xfrm>
          <a:off x="0" y="0"/>
          <a:ext cx="0" cy="0"/>
          <a:chOff x="0" y="0"/>
          <a:chExt cx="0" cy="0"/>
        </a:xfrm>
      </p:grpSpPr>
      <p:sp>
        <p:nvSpPr>
          <p:cNvPr id="192" name="Google Shape;192;p1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p1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0" name="Shape 200"/>
        <p:cNvGrpSpPr/>
        <p:nvPr/>
      </p:nvGrpSpPr>
      <p:grpSpPr>
        <a:xfrm>
          <a:off x="0" y="0"/>
          <a:ext cx="0" cy="0"/>
          <a:chOff x="0" y="0"/>
          <a:chExt cx="0" cy="0"/>
        </a:xfrm>
      </p:grpSpPr>
      <p:sp>
        <p:nvSpPr>
          <p:cNvPr id="201" name="Google Shape;201;p1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2" name="Google Shape;202;p1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0" name="Shape 210"/>
        <p:cNvGrpSpPr/>
        <p:nvPr/>
      </p:nvGrpSpPr>
      <p:grpSpPr>
        <a:xfrm>
          <a:off x="0" y="0"/>
          <a:ext cx="0" cy="0"/>
          <a:chOff x="0" y="0"/>
          <a:chExt cx="0" cy="0"/>
        </a:xfrm>
      </p:grpSpPr>
      <p:sp>
        <p:nvSpPr>
          <p:cNvPr id="211" name="Google Shape;211;p1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2" name="Google Shape;212;p1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0" name="Shape 220"/>
        <p:cNvGrpSpPr/>
        <p:nvPr/>
      </p:nvGrpSpPr>
      <p:grpSpPr>
        <a:xfrm>
          <a:off x="0" y="0"/>
          <a:ext cx="0" cy="0"/>
          <a:chOff x="0" y="0"/>
          <a:chExt cx="0" cy="0"/>
        </a:xfrm>
      </p:grpSpPr>
      <p:sp>
        <p:nvSpPr>
          <p:cNvPr id="221" name="Google Shape;221;p1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p1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0" name="Shape 230"/>
        <p:cNvGrpSpPr/>
        <p:nvPr/>
      </p:nvGrpSpPr>
      <p:grpSpPr>
        <a:xfrm>
          <a:off x="0" y="0"/>
          <a:ext cx="0" cy="0"/>
          <a:chOff x="0" y="0"/>
          <a:chExt cx="0" cy="0"/>
        </a:xfrm>
      </p:grpSpPr>
      <p:sp>
        <p:nvSpPr>
          <p:cNvPr id="231" name="Google Shape;231;p2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p2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0" name="Shape 240"/>
        <p:cNvGrpSpPr/>
        <p:nvPr/>
      </p:nvGrpSpPr>
      <p:grpSpPr>
        <a:xfrm>
          <a:off x="0" y="0"/>
          <a:ext cx="0" cy="0"/>
          <a:chOff x="0" y="0"/>
          <a:chExt cx="0" cy="0"/>
        </a:xfrm>
      </p:grpSpPr>
      <p:sp>
        <p:nvSpPr>
          <p:cNvPr id="241" name="Google Shape;241;p2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 name="Google Shape;242;p2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0" name="Shape 250"/>
        <p:cNvGrpSpPr/>
        <p:nvPr/>
      </p:nvGrpSpPr>
      <p:grpSpPr>
        <a:xfrm>
          <a:off x="0" y="0"/>
          <a:ext cx="0" cy="0"/>
          <a:chOff x="0" y="0"/>
          <a:chExt cx="0" cy="0"/>
        </a:xfrm>
      </p:grpSpPr>
      <p:sp>
        <p:nvSpPr>
          <p:cNvPr id="251" name="Google Shape;251;p2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p2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0" name="Shape 260"/>
        <p:cNvGrpSpPr/>
        <p:nvPr/>
      </p:nvGrpSpPr>
      <p:grpSpPr>
        <a:xfrm>
          <a:off x="0" y="0"/>
          <a:ext cx="0" cy="0"/>
          <a:chOff x="0" y="0"/>
          <a:chExt cx="0" cy="0"/>
        </a:xfrm>
      </p:grpSpPr>
      <p:sp>
        <p:nvSpPr>
          <p:cNvPr id="261" name="Google Shape;261;p2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2" name="Google Shape;262;p2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0" name="Shape 270"/>
        <p:cNvGrpSpPr/>
        <p:nvPr/>
      </p:nvGrpSpPr>
      <p:grpSpPr>
        <a:xfrm>
          <a:off x="0" y="0"/>
          <a:ext cx="0" cy="0"/>
          <a:chOff x="0" y="0"/>
          <a:chExt cx="0" cy="0"/>
        </a:xfrm>
      </p:grpSpPr>
      <p:sp>
        <p:nvSpPr>
          <p:cNvPr id="271" name="Google Shape;271;p2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2" name="Google Shape;272;p2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0" name="Shape 280"/>
        <p:cNvGrpSpPr/>
        <p:nvPr/>
      </p:nvGrpSpPr>
      <p:grpSpPr>
        <a:xfrm>
          <a:off x="0" y="0"/>
          <a:ext cx="0" cy="0"/>
          <a:chOff x="0" y="0"/>
          <a:chExt cx="0" cy="0"/>
        </a:xfrm>
      </p:grpSpPr>
      <p:sp>
        <p:nvSpPr>
          <p:cNvPr id="281" name="Google Shape;281;p2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2" name="Google Shape;282;p2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0" name="Shape 290"/>
        <p:cNvGrpSpPr/>
        <p:nvPr/>
      </p:nvGrpSpPr>
      <p:grpSpPr>
        <a:xfrm>
          <a:off x="0" y="0"/>
          <a:ext cx="0" cy="0"/>
          <a:chOff x="0" y="0"/>
          <a:chExt cx="0" cy="0"/>
        </a:xfrm>
      </p:grpSpPr>
      <p:sp>
        <p:nvSpPr>
          <p:cNvPr id="291" name="Google Shape;291;p2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2" name="Google Shape;292;p2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9" name="Shape 299"/>
        <p:cNvGrpSpPr/>
        <p:nvPr/>
      </p:nvGrpSpPr>
      <p:grpSpPr>
        <a:xfrm>
          <a:off x="0" y="0"/>
          <a:ext cx="0" cy="0"/>
          <a:chOff x="0" y="0"/>
          <a:chExt cx="0" cy="0"/>
        </a:xfrm>
      </p:grpSpPr>
      <p:sp>
        <p:nvSpPr>
          <p:cNvPr id="300" name="Google Shape;300;p2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1" name="Google Shape;301;p2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9" name="Shape 309"/>
        <p:cNvGrpSpPr/>
        <p:nvPr/>
      </p:nvGrpSpPr>
      <p:grpSpPr>
        <a:xfrm>
          <a:off x="0" y="0"/>
          <a:ext cx="0" cy="0"/>
          <a:chOff x="0" y="0"/>
          <a:chExt cx="0" cy="0"/>
        </a:xfrm>
      </p:grpSpPr>
      <p:sp>
        <p:nvSpPr>
          <p:cNvPr id="310" name="Google Shape;310;p2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1" name="Google Shape;311;p2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9" name="Shape 319"/>
        <p:cNvGrpSpPr/>
        <p:nvPr/>
      </p:nvGrpSpPr>
      <p:grpSpPr>
        <a:xfrm>
          <a:off x="0" y="0"/>
          <a:ext cx="0" cy="0"/>
          <a:chOff x="0" y="0"/>
          <a:chExt cx="0" cy="0"/>
        </a:xfrm>
      </p:grpSpPr>
      <p:sp>
        <p:nvSpPr>
          <p:cNvPr id="320" name="Google Shape;320;p2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1" name="Google Shape;321;p2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9" name="Shape 329"/>
        <p:cNvGrpSpPr/>
        <p:nvPr/>
      </p:nvGrpSpPr>
      <p:grpSpPr>
        <a:xfrm>
          <a:off x="0" y="0"/>
          <a:ext cx="0" cy="0"/>
          <a:chOff x="0" y="0"/>
          <a:chExt cx="0" cy="0"/>
        </a:xfrm>
      </p:grpSpPr>
      <p:sp>
        <p:nvSpPr>
          <p:cNvPr id="330" name="Google Shape;330;p3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1" name="Google Shape;331;p3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8" name="Shape 338"/>
        <p:cNvGrpSpPr/>
        <p:nvPr/>
      </p:nvGrpSpPr>
      <p:grpSpPr>
        <a:xfrm>
          <a:off x="0" y="0"/>
          <a:ext cx="0" cy="0"/>
          <a:chOff x="0" y="0"/>
          <a:chExt cx="0" cy="0"/>
        </a:xfrm>
      </p:grpSpPr>
      <p:sp>
        <p:nvSpPr>
          <p:cNvPr id="339" name="Google Shape;339;p3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0" name="Google Shape;340;p3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8" name="Shape 348"/>
        <p:cNvGrpSpPr/>
        <p:nvPr/>
      </p:nvGrpSpPr>
      <p:grpSpPr>
        <a:xfrm>
          <a:off x="0" y="0"/>
          <a:ext cx="0" cy="0"/>
          <a:chOff x="0" y="0"/>
          <a:chExt cx="0" cy="0"/>
        </a:xfrm>
      </p:grpSpPr>
      <p:sp>
        <p:nvSpPr>
          <p:cNvPr id="349" name="Google Shape;349;p3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0" name="Google Shape;350;p3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8" name="Shape 358"/>
        <p:cNvGrpSpPr/>
        <p:nvPr/>
      </p:nvGrpSpPr>
      <p:grpSpPr>
        <a:xfrm>
          <a:off x="0" y="0"/>
          <a:ext cx="0" cy="0"/>
          <a:chOff x="0" y="0"/>
          <a:chExt cx="0" cy="0"/>
        </a:xfrm>
      </p:grpSpPr>
      <p:sp>
        <p:nvSpPr>
          <p:cNvPr id="359" name="Google Shape;359;p3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0" name="Google Shape;360;p3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8" name="Shape 368"/>
        <p:cNvGrpSpPr/>
        <p:nvPr/>
      </p:nvGrpSpPr>
      <p:grpSpPr>
        <a:xfrm>
          <a:off x="0" y="0"/>
          <a:ext cx="0" cy="0"/>
          <a:chOff x="0" y="0"/>
          <a:chExt cx="0" cy="0"/>
        </a:xfrm>
      </p:grpSpPr>
      <p:sp>
        <p:nvSpPr>
          <p:cNvPr id="369" name="Google Shape;369;p3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0" name="Google Shape;370;p3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0" name="Shape 10"/>
        <p:cNvGrpSpPr/>
        <p:nvPr/>
      </p:nvGrpSpPr>
      <p:grpSpPr>
        <a:xfrm>
          <a:off x="0" y="0"/>
          <a:ext cx="0" cy="0"/>
          <a:chOff x="0" y="0"/>
          <a:chExt cx="0" cy="0"/>
        </a:xfrm>
      </p:grpSpPr>
      <p:sp>
        <p:nvSpPr>
          <p:cNvPr id="11" name="Google Shape;11;p38"/>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 name="Google Shape;12;p38"/>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p:txBody>
      </p:sp>
      <p:sp>
        <p:nvSpPr>
          <p:cNvPr id="13" name="Google Shape;13;p38"/>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4" name="Shape 14"/>
        <p:cNvGrpSpPr/>
        <p:nvPr/>
      </p:nvGrpSpPr>
      <p:grpSpPr>
        <a:xfrm>
          <a:off x="0" y="0"/>
          <a:ext cx="0" cy="0"/>
          <a:chOff x="0" y="0"/>
          <a:chExt cx="0" cy="0"/>
        </a:xfrm>
      </p:grpSpPr>
      <p:sp>
        <p:nvSpPr>
          <p:cNvPr id="15" name="Google Shape;15;p39"/>
          <p:cNvSpPr txBox="1"/>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6" name="Google Shape;16;p39"/>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7" name="Shape 17"/>
        <p:cNvGrpSpPr/>
        <p:nvPr/>
      </p:nvGrpSpPr>
      <p:grpSpPr>
        <a:xfrm>
          <a:off x="0" y="0"/>
          <a:ext cx="0" cy="0"/>
          <a:chOff x="0" y="0"/>
          <a:chExt cx="0" cy="0"/>
        </a:xfrm>
      </p:grpSpPr>
      <p:sp>
        <p:nvSpPr>
          <p:cNvPr id="18" name="Google Shape;18;p40"/>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40"/>
          <p:cNvSpPr txBox="1"/>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p:txBody>
      </p:sp>
      <p:sp>
        <p:nvSpPr>
          <p:cNvPr id="20" name="Google Shape;20;p40"/>
          <p:cNvSpPr txBox="1"/>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p:txBody>
      </p:sp>
      <p:sp>
        <p:nvSpPr>
          <p:cNvPr id="21" name="Google Shape;21;p40"/>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2" name="Shape 22"/>
        <p:cNvGrpSpPr/>
        <p:nvPr/>
      </p:nvGrpSpPr>
      <p:grpSpPr>
        <a:xfrm>
          <a:off x="0" y="0"/>
          <a:ext cx="0" cy="0"/>
          <a:chOff x="0" y="0"/>
          <a:chExt cx="0" cy="0"/>
        </a:xfrm>
      </p:grpSpPr>
      <p:sp>
        <p:nvSpPr>
          <p:cNvPr id="23" name="Google Shape;23;p4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4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5" name="Shape 25"/>
        <p:cNvGrpSpPr/>
        <p:nvPr/>
      </p:nvGrpSpPr>
      <p:grpSpPr>
        <a:xfrm>
          <a:off x="0" y="0"/>
          <a:ext cx="0" cy="0"/>
          <a:chOff x="0" y="0"/>
          <a:chExt cx="0" cy="0"/>
        </a:xfrm>
      </p:grpSpPr>
      <p:sp>
        <p:nvSpPr>
          <p:cNvPr id="26" name="Google Shape;26;p42"/>
          <p:cNvSpPr txBox="1"/>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7" name="Google Shape;27;p42"/>
          <p:cNvSpPr txBox="1"/>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p:txBody>
      </p:sp>
      <p:sp>
        <p:nvSpPr>
          <p:cNvPr id="28" name="Google Shape;28;p42"/>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29" name="Shape 29"/>
        <p:cNvGrpSpPr/>
        <p:nvPr/>
      </p:nvGrpSpPr>
      <p:grpSpPr>
        <a:xfrm>
          <a:off x="0" y="0"/>
          <a:ext cx="0" cy="0"/>
          <a:chOff x="0" y="0"/>
          <a:chExt cx="0" cy="0"/>
        </a:xfrm>
      </p:grpSpPr>
      <p:sp>
        <p:nvSpPr>
          <p:cNvPr id="30" name="Google Shape;30;p43"/>
          <p:cNvSpPr txBox="1"/>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1" name="Google Shape;31;p43"/>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4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 name="Google Shape;34;p44"/>
          <p:cNvSpPr txBox="1"/>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5" name="Google Shape;35;p44"/>
          <p:cNvSpPr txBox="1"/>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6" name="Google Shape;36;p44"/>
          <p:cNvSpPr txBox="1"/>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p:txBody>
      </p:sp>
      <p:sp>
        <p:nvSpPr>
          <p:cNvPr id="37" name="Google Shape;37;p44"/>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38" name="Shape 38"/>
        <p:cNvGrpSpPr/>
        <p:nvPr/>
      </p:nvGrpSpPr>
      <p:grpSpPr>
        <a:xfrm>
          <a:off x="0" y="0"/>
          <a:ext cx="0" cy="0"/>
          <a:chOff x="0" y="0"/>
          <a:chExt cx="0" cy="0"/>
        </a:xfrm>
      </p:grpSpPr>
      <p:sp>
        <p:nvSpPr>
          <p:cNvPr id="39" name="Google Shape;39;p45"/>
          <p:cNvSpPr txBox="1"/>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p:txBody>
      </p:sp>
      <p:sp>
        <p:nvSpPr>
          <p:cNvPr id="40" name="Google Shape;40;p45"/>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1" name="Shape 41"/>
        <p:cNvGrpSpPr/>
        <p:nvPr/>
      </p:nvGrpSpPr>
      <p:grpSpPr>
        <a:xfrm>
          <a:off x="0" y="0"/>
          <a:ext cx="0" cy="0"/>
          <a:chOff x="0" y="0"/>
          <a:chExt cx="0" cy="0"/>
        </a:xfrm>
      </p:grpSpPr>
      <p:sp>
        <p:nvSpPr>
          <p:cNvPr id="42" name="Google Shape;42;p46"/>
          <p:cNvSpPr txBox="1"/>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3" name="Google Shape;43;p46"/>
          <p:cNvSpPr txBox="1"/>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p:txBody>
      </p:sp>
      <p:sp>
        <p:nvSpPr>
          <p:cNvPr id="44" name="Google Shape;44;p46"/>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5" name="Shape 45"/>
        <p:cNvGrpSpPr/>
        <p:nvPr/>
      </p:nvGrpSpPr>
      <p:grpSpPr>
        <a:xfrm>
          <a:off x="0" y="0"/>
          <a:ext cx="0" cy="0"/>
          <a:chOff x="0" y="0"/>
          <a:chExt cx="0" cy="0"/>
        </a:xfrm>
      </p:grpSpPr>
      <p:sp>
        <p:nvSpPr>
          <p:cNvPr id="46" name="Google Shape;46;p47"/>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36"/>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7" name="Google Shape;7;p36"/>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panose="020B0604020202020204"/>
              <a:buChar char="●"/>
              <a:defRPr sz="18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914400" marR="0" lvl="1"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15000"/>
              </a:lnSpc>
              <a:spcBef>
                <a:spcPts val="1600"/>
              </a:spcBef>
              <a:spcAft>
                <a:spcPts val="160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p:txBody>
      </p:sp>
      <p:sp>
        <p:nvSpPr>
          <p:cNvPr id="8" name="Google Shape;8;p36"/>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hyperlink" Target="https://forms.gle/XBE5Wzt5pLqnf7Hh8" TargetMode="External"/><Relationship Id="rId2" Type="http://schemas.openxmlformats.org/officeDocument/2006/relationships/image" Target="../media/image3.jpe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xml"/><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1.xml"/><Relationship Id="rId3" Type="http://schemas.openxmlformats.org/officeDocument/2006/relationships/image" Target="../media/image7.jpeg"/><Relationship Id="rId2" Type="http://schemas.openxmlformats.org/officeDocument/2006/relationships/image" Target="../media/image5.jpe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xml"/><Relationship Id="rId3" Type="http://schemas.openxmlformats.org/officeDocument/2006/relationships/image" Target="../media/image8.jpeg"/><Relationship Id="rId2" Type="http://schemas.openxmlformats.org/officeDocument/2006/relationships/image" Target="../media/image5.jpeg"/><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xml"/><Relationship Id="rId3" Type="http://schemas.openxmlformats.org/officeDocument/2006/relationships/image" Target="../media/image9.jpeg"/><Relationship Id="rId2" Type="http://schemas.openxmlformats.org/officeDocument/2006/relationships/image" Target="../media/image5.jpeg"/><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1.xml"/><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1.xml"/><Relationship Id="rId3" Type="http://schemas.openxmlformats.org/officeDocument/2006/relationships/image" Target="../media/image11.jpeg"/><Relationship Id="rId2" Type="http://schemas.openxmlformats.org/officeDocument/2006/relationships/image" Target="../media/image5.jpeg"/><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0" name="Shape 50"/>
        <p:cNvGrpSpPr/>
        <p:nvPr/>
      </p:nvGrpSpPr>
      <p:grpSpPr>
        <a:xfrm>
          <a:off x="0" y="0"/>
          <a:ext cx="0" cy="0"/>
          <a:chOff x="0" y="0"/>
          <a:chExt cx="0" cy="0"/>
        </a:xfrm>
      </p:grpSpPr>
      <p:pic>
        <p:nvPicPr>
          <p:cNvPr id="51" name="Google Shape;51;p1"/>
          <p:cNvPicPr preferRelativeResize="0"/>
          <p:nvPr/>
        </p:nvPicPr>
        <p:blipFill rotWithShape="1">
          <a:blip r:embed="rId1"/>
          <a:srcRect/>
          <a:stretch>
            <a:fillRect/>
          </a:stretch>
        </p:blipFill>
        <p:spPr>
          <a:xfrm>
            <a:off x="2808000" y="431425"/>
            <a:ext cx="3527998" cy="428064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55" name="Shape 55"/>
        <p:cNvGrpSpPr/>
        <p:nvPr/>
      </p:nvGrpSpPr>
      <p:grpSpPr>
        <a:xfrm>
          <a:off x="0" y="0"/>
          <a:ext cx="0" cy="0"/>
          <a:chOff x="0" y="0"/>
          <a:chExt cx="0" cy="0"/>
        </a:xfrm>
      </p:grpSpPr>
      <p:pic>
        <p:nvPicPr>
          <p:cNvPr id="56" name="Google Shape;56;g13ffb130b86_0_0"/>
          <p:cNvPicPr preferRelativeResize="0"/>
          <p:nvPr/>
        </p:nvPicPr>
        <p:blipFill rotWithShape="1">
          <a:blip r:embed="rId1"/>
          <a:srcRect l="41241" t="9529" r="-23988" b="51127"/>
          <a:stretch>
            <a:fillRect/>
          </a:stretch>
        </p:blipFill>
        <p:spPr>
          <a:xfrm>
            <a:off x="0" y="4075175"/>
            <a:ext cx="4457700" cy="1065625"/>
          </a:xfrm>
          <a:prstGeom prst="rect">
            <a:avLst/>
          </a:prstGeom>
          <a:noFill/>
          <a:ln>
            <a:noFill/>
          </a:ln>
        </p:spPr>
      </p:pic>
      <p:pic>
        <p:nvPicPr>
          <p:cNvPr id="57" name="Google Shape;57;g13ffb130b86_0_0"/>
          <p:cNvPicPr preferRelativeResize="0"/>
          <p:nvPr/>
        </p:nvPicPr>
        <p:blipFill rotWithShape="1">
          <a:blip r:embed="rId2"/>
          <a:srcRect r="57233"/>
          <a:stretch>
            <a:fillRect/>
          </a:stretch>
        </p:blipFill>
        <p:spPr>
          <a:xfrm>
            <a:off x="8189675" y="233550"/>
            <a:ext cx="724575" cy="766798"/>
          </a:xfrm>
          <a:prstGeom prst="rect">
            <a:avLst/>
          </a:prstGeom>
          <a:noFill/>
          <a:ln>
            <a:noFill/>
          </a:ln>
        </p:spPr>
      </p:pic>
      <p:sp>
        <p:nvSpPr>
          <p:cNvPr id="58" name="Google Shape;58;g13ffb130b86_0_0"/>
          <p:cNvSpPr/>
          <p:nvPr/>
        </p:nvSpPr>
        <p:spPr>
          <a:xfrm>
            <a:off x="0" y="233550"/>
            <a:ext cx="75555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 name="Google Shape;59;g13ffb130b86_0_0"/>
          <p:cNvSpPr txBox="1"/>
          <p:nvPr/>
        </p:nvSpPr>
        <p:spPr>
          <a:xfrm>
            <a:off x="327600" y="233550"/>
            <a:ext cx="70245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400" b="1">
                <a:solidFill>
                  <a:schemeClr val="lt1"/>
                </a:solidFill>
                <a:latin typeface="Roboto" panose="02000000000000000000"/>
                <a:ea typeface="Roboto" panose="02000000000000000000"/>
                <a:cs typeface="Roboto" panose="02000000000000000000"/>
                <a:sym typeface="Roboto" panose="02000000000000000000"/>
              </a:rPr>
              <a:t>TEST TIME ON ODD MAN OUT :</a:t>
            </a:r>
            <a:endParaRPr sz="2400" b="1"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60" name="Google Shape;60;g13ffb130b86_0_0"/>
          <p:cNvSpPr txBox="1"/>
          <p:nvPr/>
        </p:nvSpPr>
        <p:spPr>
          <a:xfrm>
            <a:off x="879900" y="819663"/>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36000"/>
              </a:lnSpc>
              <a:spcBef>
                <a:spcPts val="1200"/>
              </a:spcBef>
              <a:spcAft>
                <a:spcPts val="0"/>
              </a:spcAft>
              <a:buClr>
                <a:srgbClr val="000000"/>
              </a:buClr>
              <a:buSzPts val="1400"/>
              <a:buFont typeface="Arial" panose="020B0604020202020204"/>
              <a:buNone/>
            </a:pPr>
            <a:endParaRPr sz="2400" b="1">
              <a:solidFill>
                <a:srgbClr val="333333"/>
              </a:solidFill>
              <a:highlight>
                <a:srgbClr val="FFFFFF"/>
              </a:highlight>
            </a:endParaRPr>
          </a:p>
          <a:p>
            <a:pPr marL="0" marR="0" lvl="0" indent="0" algn="l" rtl="0">
              <a:lnSpc>
                <a:spcPct val="136000"/>
              </a:lnSpc>
              <a:spcBef>
                <a:spcPts val="1200"/>
              </a:spcBef>
              <a:spcAft>
                <a:spcPts val="0"/>
              </a:spcAft>
              <a:buClr>
                <a:srgbClr val="000000"/>
              </a:buClr>
              <a:buSzPts val="1400"/>
              <a:buFont typeface="Arial" panose="020B0604020202020204"/>
              <a:buNone/>
            </a:pPr>
            <a:r>
              <a:rPr lang="en-GB" sz="2400" b="1">
                <a:solidFill>
                  <a:srgbClr val="333333"/>
                </a:solidFill>
                <a:highlight>
                  <a:srgbClr val="FFFFFF"/>
                </a:highlight>
              </a:rPr>
              <a:t>URL: </a:t>
            </a:r>
            <a:r>
              <a:rPr lang="en-GB" sz="2400" b="1" u="sng">
                <a:solidFill>
                  <a:schemeClr val="hlink"/>
                </a:solidFill>
                <a:highlight>
                  <a:srgbClr val="FFFFFF"/>
                </a:highlight>
                <a:hlinkClick r:id="rId3"/>
              </a:rPr>
              <a:t>https://forms.gle/XBE5Wzt5pLqnf7Hh8</a:t>
            </a:r>
            <a:endParaRPr sz="2400" b="1">
              <a:solidFill>
                <a:srgbClr val="333333"/>
              </a:solidFill>
              <a:highlight>
                <a:srgbClr val="FFFFFF"/>
              </a:highlight>
            </a:endParaRPr>
          </a:p>
          <a:p>
            <a:pPr marL="0" marR="0" lvl="0" indent="0" algn="l" rtl="0">
              <a:lnSpc>
                <a:spcPct val="136000"/>
              </a:lnSpc>
              <a:spcBef>
                <a:spcPts val="1200"/>
              </a:spcBef>
              <a:spcAft>
                <a:spcPts val="0"/>
              </a:spcAft>
              <a:buClr>
                <a:srgbClr val="000000"/>
              </a:buClr>
              <a:buSzPts val="1400"/>
              <a:buFont typeface="Arial" panose="020B0604020202020204"/>
              <a:buNone/>
            </a:pPr>
            <a:endParaRPr sz="2400" b="1">
              <a:solidFill>
                <a:srgbClr val="333333"/>
              </a:solidFill>
              <a:highlight>
                <a:srgbClr val="FFFFFF"/>
              </a:highlight>
            </a:endParaRPr>
          </a:p>
          <a:p>
            <a:pPr marL="0" marR="0" lvl="0" indent="0" algn="l" rtl="0">
              <a:lnSpc>
                <a:spcPct val="136000"/>
              </a:lnSpc>
              <a:spcBef>
                <a:spcPts val="1200"/>
              </a:spcBef>
              <a:spcAft>
                <a:spcPts val="0"/>
              </a:spcAft>
              <a:buClr>
                <a:srgbClr val="000000"/>
              </a:buClr>
              <a:buSzPts val="1400"/>
              <a:buFont typeface="Arial" panose="020B0604020202020204"/>
              <a:buNone/>
            </a:pPr>
            <a:r>
              <a:rPr lang="en-GB" sz="2400" b="1">
                <a:solidFill>
                  <a:schemeClr val="dk1"/>
                </a:solidFill>
                <a:highlight>
                  <a:srgbClr val="FFFFFF"/>
                </a:highlight>
              </a:rPr>
              <a:t>QR CODE:</a:t>
            </a:r>
            <a:r>
              <a:rPr lang="en-GB" sz="2400" b="1">
                <a:solidFill>
                  <a:srgbClr val="333333"/>
                </a:solidFill>
                <a:highlight>
                  <a:srgbClr val="FFFFFF"/>
                </a:highlight>
              </a:rPr>
              <a:t> </a:t>
            </a:r>
            <a:endParaRPr sz="2400">
              <a:solidFill>
                <a:srgbClr val="333333"/>
              </a:solidFill>
              <a:highlight>
                <a:srgbClr val="FFFFFF"/>
              </a:highlight>
            </a:endParaRPr>
          </a:p>
          <a:p>
            <a:pPr marL="0" marR="0" lvl="0" indent="0" algn="l" rtl="0">
              <a:lnSpc>
                <a:spcPct val="136000"/>
              </a:lnSpc>
              <a:spcBef>
                <a:spcPts val="1800"/>
              </a:spcBef>
              <a:spcAft>
                <a:spcPts val="1800"/>
              </a:spcAft>
              <a:buClr>
                <a:schemeClr val="dk1"/>
              </a:buClr>
              <a:buSzPts val="1100"/>
              <a:buFont typeface="Arial" panose="020B0604020202020204"/>
              <a:buNone/>
            </a:pPr>
            <a:endParaRPr sz="1400" b="0" i="0" u="none" strike="noStrike" cap="none">
              <a:solidFill>
                <a:srgbClr val="333333"/>
              </a:solidFill>
              <a:highlight>
                <a:srgbClr val="FFFFFF"/>
              </a:highlight>
              <a:latin typeface="Arial" panose="020B0604020202020204"/>
              <a:ea typeface="Arial" panose="020B0604020202020204"/>
              <a:cs typeface="Arial" panose="020B0604020202020204"/>
              <a:sym typeface="Arial" panose="020B0604020202020204"/>
            </a:endParaRPr>
          </a:p>
        </p:txBody>
      </p:sp>
      <p:pic>
        <p:nvPicPr>
          <p:cNvPr id="61" name="Google Shape;61;g13ffb130b86_0_0"/>
          <p:cNvPicPr preferRelativeResize="0"/>
          <p:nvPr/>
        </p:nvPicPr>
        <p:blipFill>
          <a:blip r:embed="rId4"/>
          <a:stretch>
            <a:fillRect/>
          </a:stretch>
        </p:blipFill>
        <p:spPr>
          <a:xfrm>
            <a:off x="2920475" y="2717050"/>
            <a:ext cx="2687999" cy="21794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fade">
                                      <p:cBhvr>
                                        <p:cTn id="11" dur="1000"/>
                                        <p:tgtEl>
                                          <p:spTgt spid="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5" name="Shape 65"/>
        <p:cNvGrpSpPr/>
        <p:nvPr/>
      </p:nvGrpSpPr>
      <p:grpSpPr>
        <a:xfrm>
          <a:off x="0" y="0"/>
          <a:ext cx="0" cy="0"/>
          <a:chOff x="0" y="0"/>
          <a:chExt cx="0" cy="0"/>
        </a:xfrm>
      </p:grpSpPr>
      <p:pic>
        <p:nvPicPr>
          <p:cNvPr id="66" name="Google Shape;66;p2"/>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67" name="Google Shape;67;p2"/>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68" name="Google Shape;68;p2"/>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457200" marR="0" lvl="0" indent="-45720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57200" marR="0" lvl="0" indent="-457200" algn="l" rtl="0">
              <a:lnSpc>
                <a:spcPct val="100000"/>
              </a:lnSpc>
              <a:spcBef>
                <a:spcPts val="80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57200" marR="0" lvl="0" indent="-457200" algn="l" rtl="0">
              <a:lnSpc>
                <a:spcPct val="100000"/>
              </a:lnSpc>
              <a:spcBef>
                <a:spcPts val="80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57200" marR="0" lvl="0" indent="-457200" algn="l" rtl="0">
              <a:lnSpc>
                <a:spcPct val="100000"/>
              </a:lnSpc>
              <a:spcBef>
                <a:spcPts val="80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828800" marR="0" lvl="0" indent="0" algn="l" rtl="0">
              <a:lnSpc>
                <a:spcPct val="100000"/>
              </a:lnSpc>
              <a:spcBef>
                <a:spcPts val="800"/>
              </a:spcBef>
              <a:spcAft>
                <a:spcPts val="800"/>
              </a:spcAft>
              <a:buClr>
                <a:srgbClr val="000000"/>
              </a:buClr>
              <a:buSzPts val="3600"/>
              <a:buFont typeface="Arial" panose="020B0604020202020204"/>
              <a:buNone/>
            </a:pPr>
            <a:r>
              <a:rPr lang="en-GB" sz="3600" b="1" i="0" u="none" strike="noStrike" cap="none">
                <a:solidFill>
                  <a:srgbClr val="000000"/>
                </a:solidFill>
                <a:latin typeface="Arial" panose="020B0604020202020204"/>
                <a:ea typeface="Arial" panose="020B0604020202020204"/>
                <a:cs typeface="Arial" panose="020B0604020202020204"/>
                <a:sym typeface="Arial" panose="020B0604020202020204"/>
              </a:rPr>
              <a:t> SIMPLIFICATIONS</a:t>
            </a:r>
            <a:endParaRPr sz="36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2" name="Shape 72"/>
        <p:cNvGrpSpPr/>
        <p:nvPr/>
      </p:nvGrpSpPr>
      <p:grpSpPr>
        <a:xfrm>
          <a:off x="0" y="0"/>
          <a:ext cx="0" cy="0"/>
          <a:chOff x="0" y="0"/>
          <a:chExt cx="0" cy="0"/>
        </a:xfrm>
      </p:grpSpPr>
      <p:sp>
        <p:nvSpPr>
          <p:cNvPr id="73" name="Google Shape;73;p3"/>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GB" sz="2400" b="0" i="0" u="none" strike="noStrike" cap="none">
                <a:solidFill>
                  <a:srgbClr val="FFFFFF"/>
                </a:solidFill>
                <a:latin typeface="Arial" panose="020B0604020202020204"/>
                <a:ea typeface="Arial" panose="020B0604020202020204"/>
                <a:cs typeface="Arial" panose="020B0604020202020204"/>
                <a:sym typeface="Arial" panose="020B0604020202020204"/>
              </a:rPr>
              <a:t> Simplification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74" name="Google Shape;74;p3"/>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75" name="Google Shape;75;p3"/>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76" name="Google Shape;76;p3"/>
          <p:cNvSpPr txBox="1"/>
          <p:nvPr/>
        </p:nvSpPr>
        <p:spPr>
          <a:xfrm>
            <a:off x="151175" y="891950"/>
            <a:ext cx="8038500" cy="30000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latin typeface="Roboto" panose="02000000000000000000"/>
                <a:ea typeface="Roboto" panose="02000000000000000000"/>
                <a:cs typeface="Roboto" panose="02000000000000000000"/>
                <a:sym typeface="Roboto" panose="02000000000000000000"/>
              </a:rPr>
              <a:t>Simplification means to find out a final answer for a complex calculation.</a:t>
            </a:r>
            <a:endParaRPr sz="1400" b="0" i="0" u="none" strike="noStrike" cap="none">
              <a:solidFill>
                <a:schemeClr val="dk1"/>
              </a:solidFill>
              <a:latin typeface="Roboto" panose="02000000000000000000"/>
              <a:ea typeface="Roboto" panose="02000000000000000000"/>
              <a:cs typeface="Roboto" panose="02000000000000000000"/>
              <a:sym typeface="Roboto" panose="02000000000000000000"/>
            </a:endParaRPr>
          </a:p>
          <a:p>
            <a:pPr marL="0" marR="0" lvl="0" indent="0" algn="l" rtl="0">
              <a:lnSpc>
                <a:spcPct val="150000"/>
              </a:lnSpc>
              <a:spcBef>
                <a:spcPts val="0"/>
              </a:spcBef>
              <a:spcAft>
                <a:spcPts val="0"/>
              </a:spcAft>
              <a:buClr>
                <a:schemeClr val="dk1"/>
              </a:buClr>
              <a:buSzPts val="1100"/>
              <a:buFont typeface="Arial" panose="020B0604020202020204"/>
              <a:buNone/>
            </a:pPr>
            <a:r>
              <a:rPr lang="en-GB" sz="1400" b="0" i="0" u="none" strike="noStrike" cap="none">
                <a:solidFill>
                  <a:schemeClr val="dk1"/>
                </a:solidFill>
                <a:latin typeface="Roboto" panose="02000000000000000000"/>
                <a:ea typeface="Roboto" panose="02000000000000000000"/>
                <a:cs typeface="Roboto" panose="02000000000000000000"/>
                <a:sym typeface="Roboto" panose="02000000000000000000"/>
              </a:rPr>
              <a:t>Basic Topics on which Simplification is based on:</a:t>
            </a:r>
            <a:endParaRPr sz="1400" b="0" i="0" u="none" strike="noStrike" cap="none">
              <a:solidFill>
                <a:schemeClr val="dk1"/>
              </a:solidFill>
              <a:latin typeface="Roboto" panose="02000000000000000000"/>
              <a:ea typeface="Roboto" panose="02000000000000000000"/>
              <a:cs typeface="Roboto" panose="02000000000000000000"/>
              <a:sym typeface="Roboto" panose="02000000000000000000"/>
            </a:endParaRPr>
          </a:p>
          <a:p>
            <a:pPr marL="457200" marR="0" lvl="0" indent="-317500" algn="l" rtl="0">
              <a:lnSpc>
                <a:spcPct val="115000"/>
              </a:lnSpc>
              <a:spcBef>
                <a:spcPts val="0"/>
              </a:spcBef>
              <a:spcAft>
                <a:spcPts val="0"/>
              </a:spcAft>
              <a:buClr>
                <a:schemeClr val="dk1"/>
              </a:buClr>
              <a:buSzPts val="1400"/>
              <a:buFont typeface="Roboto" panose="02000000000000000000"/>
              <a:buChar char="●"/>
            </a:pPr>
            <a:r>
              <a:rPr lang="en-GB" sz="1400" b="0" i="0" u="none" strike="noStrike" cap="none">
                <a:solidFill>
                  <a:schemeClr val="dk1"/>
                </a:solidFill>
                <a:latin typeface="Roboto" panose="02000000000000000000"/>
                <a:ea typeface="Roboto" panose="02000000000000000000"/>
                <a:cs typeface="Roboto" panose="02000000000000000000"/>
                <a:sym typeface="Roboto" panose="02000000000000000000"/>
              </a:rPr>
              <a:t>BODMAS rules</a:t>
            </a:r>
            <a:endParaRPr sz="1400" b="0" i="0" u="none" strike="noStrike" cap="none">
              <a:solidFill>
                <a:schemeClr val="dk1"/>
              </a:solidFill>
              <a:latin typeface="Roboto" panose="02000000000000000000"/>
              <a:ea typeface="Roboto" panose="02000000000000000000"/>
              <a:cs typeface="Roboto" panose="02000000000000000000"/>
              <a:sym typeface="Roboto" panose="02000000000000000000"/>
            </a:endParaRPr>
          </a:p>
          <a:p>
            <a:pPr marL="457200" marR="0" lvl="0" indent="-317500" algn="l" rtl="0">
              <a:lnSpc>
                <a:spcPct val="115000"/>
              </a:lnSpc>
              <a:spcBef>
                <a:spcPts val="0"/>
              </a:spcBef>
              <a:spcAft>
                <a:spcPts val="0"/>
              </a:spcAft>
              <a:buClr>
                <a:schemeClr val="dk1"/>
              </a:buClr>
              <a:buSzPts val="1400"/>
              <a:buFont typeface="Roboto" panose="02000000000000000000"/>
              <a:buChar char="●"/>
            </a:pPr>
            <a:r>
              <a:rPr lang="en-GB" sz="1400" b="0" i="0" u="none" strike="noStrike" cap="none">
                <a:solidFill>
                  <a:schemeClr val="dk1"/>
                </a:solidFill>
                <a:latin typeface="Roboto" panose="02000000000000000000"/>
                <a:ea typeface="Roboto" panose="02000000000000000000"/>
                <a:cs typeface="Roboto" panose="02000000000000000000"/>
                <a:sym typeface="Roboto" panose="02000000000000000000"/>
              </a:rPr>
              <a:t>Approximation</a:t>
            </a:r>
            <a:endParaRPr sz="1400" b="0" i="0" u="none" strike="noStrike" cap="none">
              <a:solidFill>
                <a:schemeClr val="dk1"/>
              </a:solidFill>
              <a:latin typeface="Roboto" panose="02000000000000000000"/>
              <a:ea typeface="Roboto" panose="02000000000000000000"/>
              <a:cs typeface="Roboto" panose="02000000000000000000"/>
              <a:sym typeface="Roboto" panose="02000000000000000000"/>
            </a:endParaRPr>
          </a:p>
          <a:p>
            <a:pPr marL="457200" marR="0" lvl="0" indent="-317500" algn="l" rtl="0">
              <a:lnSpc>
                <a:spcPct val="115000"/>
              </a:lnSpc>
              <a:spcBef>
                <a:spcPts val="0"/>
              </a:spcBef>
              <a:spcAft>
                <a:spcPts val="0"/>
              </a:spcAft>
              <a:buClr>
                <a:schemeClr val="dk1"/>
              </a:buClr>
              <a:buSzPts val="1400"/>
              <a:buFont typeface="Roboto" panose="02000000000000000000"/>
              <a:buChar char="●"/>
            </a:pPr>
            <a:r>
              <a:rPr lang="en-GB" sz="1400" b="0" i="0" u="none" strike="noStrike" cap="none">
                <a:solidFill>
                  <a:schemeClr val="dk1"/>
                </a:solidFill>
                <a:latin typeface="Roboto" panose="02000000000000000000"/>
                <a:ea typeface="Roboto" panose="02000000000000000000"/>
                <a:cs typeface="Roboto" panose="02000000000000000000"/>
                <a:sym typeface="Roboto" panose="02000000000000000000"/>
              </a:rPr>
              <a:t>Percentage</a:t>
            </a:r>
            <a:endParaRPr sz="1400" b="0" i="0" u="none" strike="noStrike" cap="none">
              <a:solidFill>
                <a:schemeClr val="dk1"/>
              </a:solidFill>
              <a:latin typeface="Roboto" panose="02000000000000000000"/>
              <a:ea typeface="Roboto" panose="02000000000000000000"/>
              <a:cs typeface="Roboto" panose="02000000000000000000"/>
              <a:sym typeface="Roboto" panose="02000000000000000000"/>
            </a:endParaRPr>
          </a:p>
          <a:p>
            <a:pPr marL="457200" marR="0" lvl="0" indent="-317500" algn="l" rtl="0">
              <a:lnSpc>
                <a:spcPct val="115000"/>
              </a:lnSpc>
              <a:spcBef>
                <a:spcPts val="0"/>
              </a:spcBef>
              <a:spcAft>
                <a:spcPts val="0"/>
              </a:spcAft>
              <a:buClr>
                <a:schemeClr val="dk1"/>
              </a:buClr>
              <a:buSzPts val="1400"/>
              <a:buFont typeface="Roboto" panose="02000000000000000000"/>
              <a:buChar char="●"/>
            </a:pPr>
            <a:r>
              <a:rPr lang="en-GB" sz="1400" b="0" i="0" u="none" strike="noStrike" cap="none">
                <a:solidFill>
                  <a:schemeClr val="dk1"/>
                </a:solidFill>
                <a:latin typeface="Roboto" panose="02000000000000000000"/>
                <a:ea typeface="Roboto" panose="02000000000000000000"/>
                <a:cs typeface="Roboto" panose="02000000000000000000"/>
                <a:sym typeface="Roboto" panose="02000000000000000000"/>
              </a:rPr>
              <a:t>Squares</a:t>
            </a:r>
            <a:endParaRPr sz="1400" b="0" i="0" u="none" strike="noStrike" cap="none">
              <a:solidFill>
                <a:schemeClr val="dk1"/>
              </a:solidFill>
              <a:latin typeface="Roboto" panose="02000000000000000000"/>
              <a:ea typeface="Roboto" panose="02000000000000000000"/>
              <a:cs typeface="Roboto" panose="02000000000000000000"/>
              <a:sym typeface="Roboto" panose="02000000000000000000"/>
            </a:endParaRPr>
          </a:p>
          <a:p>
            <a:pPr marL="457200" marR="0" lvl="0" indent="-317500" algn="l" rtl="0">
              <a:lnSpc>
                <a:spcPct val="115000"/>
              </a:lnSpc>
              <a:spcBef>
                <a:spcPts val="0"/>
              </a:spcBef>
              <a:spcAft>
                <a:spcPts val="0"/>
              </a:spcAft>
              <a:buClr>
                <a:schemeClr val="dk1"/>
              </a:buClr>
              <a:buSzPts val="1400"/>
              <a:buFont typeface="Roboto" panose="02000000000000000000"/>
              <a:buChar char="●"/>
            </a:pPr>
            <a:r>
              <a:rPr lang="en-GB" sz="1400" b="0" i="0" u="none" strike="noStrike" cap="none">
                <a:solidFill>
                  <a:schemeClr val="dk1"/>
                </a:solidFill>
                <a:latin typeface="Roboto" panose="02000000000000000000"/>
                <a:ea typeface="Roboto" panose="02000000000000000000"/>
                <a:cs typeface="Roboto" panose="02000000000000000000"/>
                <a:sym typeface="Roboto" panose="02000000000000000000"/>
              </a:rPr>
              <a:t>Cubes</a:t>
            </a:r>
            <a:endParaRPr sz="1400" b="0" i="0" u="none" strike="noStrike" cap="none">
              <a:solidFill>
                <a:schemeClr val="dk1"/>
              </a:solidFill>
              <a:latin typeface="Roboto" panose="02000000000000000000"/>
              <a:ea typeface="Roboto" panose="02000000000000000000"/>
              <a:cs typeface="Roboto" panose="02000000000000000000"/>
              <a:sym typeface="Roboto" panose="02000000000000000000"/>
            </a:endParaRPr>
          </a:p>
          <a:p>
            <a:pPr marL="0" marR="0" lvl="0" indent="0" algn="l" rtl="0">
              <a:lnSpc>
                <a:spcPct val="150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latin typeface="Roboto" panose="02000000000000000000"/>
                <a:ea typeface="Roboto" panose="02000000000000000000"/>
                <a:cs typeface="Roboto" panose="02000000000000000000"/>
                <a:sym typeface="Roboto" panose="02000000000000000000"/>
              </a:rPr>
              <a:t> </a:t>
            </a:r>
            <a:endParaRPr sz="1400" b="0" i="0" u="none" strike="noStrike" cap="none">
              <a:solidFill>
                <a:schemeClr val="dk1"/>
              </a:solidFill>
              <a:latin typeface="Roboto" panose="02000000000000000000"/>
              <a:ea typeface="Roboto" panose="02000000000000000000"/>
              <a:cs typeface="Roboto" panose="02000000000000000000"/>
              <a:sym typeface="Roboto" panose="0200000000000000000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6">
                                            <p:txEl>
                                              <p:pRg st="0" end="0"/>
                                            </p:txEl>
                                          </p:spTgt>
                                        </p:tgtEl>
                                        <p:attrNameLst>
                                          <p:attrName>style.visibility</p:attrName>
                                        </p:attrNameLst>
                                      </p:cBhvr>
                                      <p:to>
                                        <p:strVal val="visible"/>
                                      </p:to>
                                    </p:set>
                                    <p:animEffect transition="in" filter="fade">
                                      <p:cBhvr>
                                        <p:cTn id="7" dur="1000"/>
                                        <p:tgtEl>
                                          <p:spTgt spid="7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6">
                                            <p:txEl>
                                              <p:pRg st="1" end="1"/>
                                            </p:txEl>
                                          </p:spTgt>
                                        </p:tgtEl>
                                        <p:attrNameLst>
                                          <p:attrName>style.visibility</p:attrName>
                                        </p:attrNameLst>
                                      </p:cBhvr>
                                      <p:to>
                                        <p:strVal val="visible"/>
                                      </p:to>
                                    </p:set>
                                    <p:animEffect transition="in" filter="fade">
                                      <p:cBhvr>
                                        <p:cTn id="12" dur="1000"/>
                                        <p:tgtEl>
                                          <p:spTgt spid="7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6">
                                            <p:txEl>
                                              <p:pRg st="2" end="2"/>
                                            </p:txEl>
                                          </p:spTgt>
                                        </p:tgtEl>
                                        <p:attrNameLst>
                                          <p:attrName>style.visibility</p:attrName>
                                        </p:attrNameLst>
                                      </p:cBhvr>
                                      <p:to>
                                        <p:strVal val="visible"/>
                                      </p:to>
                                    </p:set>
                                    <p:animEffect transition="in" filter="fade">
                                      <p:cBhvr>
                                        <p:cTn id="17" dur="1000"/>
                                        <p:tgtEl>
                                          <p:spTgt spid="7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6">
                                            <p:txEl>
                                              <p:pRg st="3" end="3"/>
                                            </p:txEl>
                                          </p:spTgt>
                                        </p:tgtEl>
                                        <p:attrNameLst>
                                          <p:attrName>style.visibility</p:attrName>
                                        </p:attrNameLst>
                                      </p:cBhvr>
                                      <p:to>
                                        <p:strVal val="visible"/>
                                      </p:to>
                                    </p:set>
                                    <p:animEffect transition="in" filter="fade">
                                      <p:cBhvr>
                                        <p:cTn id="22" dur="1000"/>
                                        <p:tgtEl>
                                          <p:spTgt spid="7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6">
                                            <p:txEl>
                                              <p:pRg st="4" end="4"/>
                                            </p:txEl>
                                          </p:spTgt>
                                        </p:tgtEl>
                                        <p:attrNameLst>
                                          <p:attrName>style.visibility</p:attrName>
                                        </p:attrNameLst>
                                      </p:cBhvr>
                                      <p:to>
                                        <p:strVal val="visible"/>
                                      </p:to>
                                    </p:set>
                                    <p:animEffect transition="in" filter="fade">
                                      <p:cBhvr>
                                        <p:cTn id="27" dur="1000"/>
                                        <p:tgtEl>
                                          <p:spTgt spid="7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6">
                                            <p:txEl>
                                              <p:pRg st="5" end="5"/>
                                            </p:txEl>
                                          </p:spTgt>
                                        </p:tgtEl>
                                        <p:attrNameLst>
                                          <p:attrName>style.visibility</p:attrName>
                                        </p:attrNameLst>
                                      </p:cBhvr>
                                      <p:to>
                                        <p:strVal val="visible"/>
                                      </p:to>
                                    </p:set>
                                    <p:animEffect transition="in" filter="fade">
                                      <p:cBhvr>
                                        <p:cTn id="32" dur="1000"/>
                                        <p:tgtEl>
                                          <p:spTgt spid="7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6">
                                            <p:txEl>
                                              <p:pRg st="6" end="6"/>
                                            </p:txEl>
                                          </p:spTgt>
                                        </p:tgtEl>
                                        <p:attrNameLst>
                                          <p:attrName>style.visibility</p:attrName>
                                        </p:attrNameLst>
                                      </p:cBhvr>
                                      <p:to>
                                        <p:strVal val="visible"/>
                                      </p:to>
                                    </p:set>
                                    <p:animEffect transition="in" filter="fade">
                                      <p:cBhvr>
                                        <p:cTn id="37" dur="1000"/>
                                        <p:tgtEl>
                                          <p:spTgt spid="7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6">
                                            <p:txEl>
                                              <p:pRg st="7" end="7"/>
                                            </p:txEl>
                                          </p:spTgt>
                                        </p:tgtEl>
                                        <p:attrNameLst>
                                          <p:attrName>style.visibility</p:attrName>
                                        </p:attrNameLst>
                                      </p:cBhvr>
                                      <p:to>
                                        <p:strVal val="visible"/>
                                      </p:to>
                                    </p:set>
                                    <p:animEffect transition="in" filter="fade">
                                      <p:cBhvr>
                                        <p:cTn id="42" dur="1000"/>
                                        <p:tgtEl>
                                          <p:spTgt spid="76">
                                            <p:txEl>
                                              <p:pRg st="7" end="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80" name="Shape 80"/>
        <p:cNvGrpSpPr/>
        <p:nvPr/>
      </p:nvGrpSpPr>
      <p:grpSpPr>
        <a:xfrm>
          <a:off x="0" y="0"/>
          <a:ext cx="0" cy="0"/>
          <a:chOff x="0" y="0"/>
          <a:chExt cx="0" cy="0"/>
        </a:xfrm>
      </p:grpSpPr>
      <p:pic>
        <p:nvPicPr>
          <p:cNvPr id="81" name="Google Shape;81;p4"/>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82" name="Google Shape;82;p4"/>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83" name="Google Shape;83;p4"/>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4" name="Google Shape;84;p4"/>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Question: 01</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85" name="Google Shape;85;p4"/>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A man has Rs.480 in the denominations of one-rupee notes, five-rupee notes and ten-rupee notes. The number of notes of each denomination is equal. What is the total number of notes that he has?</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800"/>
              </a:spcBef>
              <a:spcAft>
                <a:spcPts val="0"/>
              </a:spcAft>
              <a:buClr>
                <a:srgbClr val="000000"/>
              </a:buClr>
              <a:buSzPts val="1400"/>
              <a:buFont typeface="Arial" panose="020B0604020202020204"/>
              <a:buNone/>
            </a:pP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317500" algn="l" rtl="0">
              <a:lnSpc>
                <a:spcPct val="100000"/>
              </a:lnSpc>
              <a:spcBef>
                <a:spcPts val="800"/>
              </a:spcBef>
              <a:spcAft>
                <a:spcPts val="0"/>
              </a:spcAft>
              <a:buClr>
                <a:schemeClr val="dk1"/>
              </a:buClr>
              <a:buSzPts val="1400"/>
              <a:buFont typeface="Arial" panose="020B0604020202020204"/>
              <a:buAutoNum type="alphaUcPeriod"/>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45</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317500" algn="l" rtl="0">
              <a:lnSpc>
                <a:spcPct val="100000"/>
              </a:lnSpc>
              <a:spcBef>
                <a:spcPts val="0"/>
              </a:spcBef>
              <a:spcAft>
                <a:spcPts val="0"/>
              </a:spcAft>
              <a:buClr>
                <a:schemeClr val="dk1"/>
              </a:buClr>
              <a:buSzPts val="1400"/>
              <a:buFont typeface="Arial" panose="020B0604020202020204"/>
              <a:buAutoNum type="alphaUcPeriod"/>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60</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317500" algn="l" rtl="0">
              <a:lnSpc>
                <a:spcPct val="100000"/>
              </a:lnSpc>
              <a:spcBef>
                <a:spcPts val="0"/>
              </a:spcBef>
              <a:spcAft>
                <a:spcPts val="0"/>
              </a:spcAft>
              <a:buClr>
                <a:schemeClr val="dk1"/>
              </a:buClr>
              <a:buSzPts val="1400"/>
              <a:buFont typeface="Arial" panose="020B0604020202020204"/>
              <a:buAutoNum type="alphaUcPeriod"/>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75</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317500" algn="l" rtl="0">
              <a:lnSpc>
                <a:spcPct val="100000"/>
              </a:lnSpc>
              <a:spcBef>
                <a:spcPts val="0"/>
              </a:spcBef>
              <a:spcAft>
                <a:spcPts val="0"/>
              </a:spcAft>
              <a:buClr>
                <a:schemeClr val="dk1"/>
              </a:buClr>
              <a:buSzPts val="1400"/>
              <a:buFont typeface="Arial" panose="020B0604020202020204"/>
              <a:buAutoNum type="alphaUcPeriod"/>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90</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800"/>
              </a:spcBef>
              <a:spcAft>
                <a:spcPts val="0"/>
              </a:spcAft>
              <a:buClr>
                <a:srgbClr val="000000"/>
              </a:buClr>
              <a:buSzPts val="1400"/>
              <a:buFont typeface="Arial" panose="020B0604020202020204"/>
              <a:buNone/>
            </a:pP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0" algn="l" rtl="0">
              <a:lnSpc>
                <a:spcPct val="100000"/>
              </a:lnSpc>
              <a:spcBef>
                <a:spcPts val="800"/>
              </a:spcBef>
              <a:spcAft>
                <a:spcPts val="80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6" name="Google Shape;86;p4"/>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1" i="0" u="none" strike="noStrike" cap="none">
                <a:solidFill>
                  <a:srgbClr val="000000"/>
                </a:solidFill>
                <a:latin typeface="Arial" panose="020B0604020202020204"/>
                <a:ea typeface="Arial" panose="020B0604020202020204"/>
                <a:cs typeface="Arial" panose="020B0604020202020204"/>
                <a:sym typeface="Arial" panose="020B0604020202020204"/>
              </a:rPr>
              <a:t>Answer: D</a:t>
            </a: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5">
                                            <p:txEl>
                                              <p:pRg st="0" end="0"/>
                                            </p:txEl>
                                          </p:spTgt>
                                        </p:tgtEl>
                                        <p:attrNameLst>
                                          <p:attrName>style.visibility</p:attrName>
                                        </p:attrNameLst>
                                      </p:cBhvr>
                                      <p:to>
                                        <p:strVal val="visible"/>
                                      </p:to>
                                    </p:set>
                                    <p:animEffect transition="in" filter="fade">
                                      <p:cBhvr>
                                        <p:cTn id="7" dur="1000"/>
                                        <p:tgtEl>
                                          <p:spTgt spid="8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5">
                                            <p:txEl>
                                              <p:pRg st="1" end="1"/>
                                            </p:txEl>
                                          </p:spTgt>
                                        </p:tgtEl>
                                        <p:attrNameLst>
                                          <p:attrName>style.visibility</p:attrName>
                                        </p:attrNameLst>
                                      </p:cBhvr>
                                      <p:to>
                                        <p:strVal val="visible"/>
                                      </p:to>
                                    </p:set>
                                    <p:animEffect transition="in" filter="fade">
                                      <p:cBhvr>
                                        <p:cTn id="12" dur="1000"/>
                                        <p:tgtEl>
                                          <p:spTgt spid="8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5">
                                            <p:txEl>
                                              <p:pRg st="2" end="2"/>
                                            </p:txEl>
                                          </p:spTgt>
                                        </p:tgtEl>
                                        <p:attrNameLst>
                                          <p:attrName>style.visibility</p:attrName>
                                        </p:attrNameLst>
                                      </p:cBhvr>
                                      <p:to>
                                        <p:strVal val="visible"/>
                                      </p:to>
                                    </p:set>
                                    <p:animEffect transition="in" filter="fade">
                                      <p:cBhvr>
                                        <p:cTn id="17" dur="1000"/>
                                        <p:tgtEl>
                                          <p:spTgt spid="8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5">
                                            <p:txEl>
                                              <p:pRg st="3" end="3"/>
                                            </p:txEl>
                                          </p:spTgt>
                                        </p:tgtEl>
                                        <p:attrNameLst>
                                          <p:attrName>style.visibility</p:attrName>
                                        </p:attrNameLst>
                                      </p:cBhvr>
                                      <p:to>
                                        <p:strVal val="visible"/>
                                      </p:to>
                                    </p:set>
                                    <p:animEffect transition="in" filter="fade">
                                      <p:cBhvr>
                                        <p:cTn id="22" dur="1000"/>
                                        <p:tgtEl>
                                          <p:spTgt spid="8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5">
                                            <p:txEl>
                                              <p:pRg st="4" end="4"/>
                                            </p:txEl>
                                          </p:spTgt>
                                        </p:tgtEl>
                                        <p:attrNameLst>
                                          <p:attrName>style.visibility</p:attrName>
                                        </p:attrNameLst>
                                      </p:cBhvr>
                                      <p:to>
                                        <p:strVal val="visible"/>
                                      </p:to>
                                    </p:set>
                                    <p:animEffect transition="in" filter="fade">
                                      <p:cBhvr>
                                        <p:cTn id="27" dur="1000"/>
                                        <p:tgtEl>
                                          <p:spTgt spid="8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5">
                                            <p:txEl>
                                              <p:pRg st="5" end="5"/>
                                            </p:txEl>
                                          </p:spTgt>
                                        </p:tgtEl>
                                        <p:attrNameLst>
                                          <p:attrName>style.visibility</p:attrName>
                                        </p:attrNameLst>
                                      </p:cBhvr>
                                      <p:to>
                                        <p:strVal val="visible"/>
                                      </p:to>
                                    </p:set>
                                    <p:animEffect transition="in" filter="fade">
                                      <p:cBhvr>
                                        <p:cTn id="32" dur="1000"/>
                                        <p:tgtEl>
                                          <p:spTgt spid="8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5">
                                            <p:txEl>
                                              <p:pRg st="6" end="6"/>
                                            </p:txEl>
                                          </p:spTgt>
                                        </p:tgtEl>
                                        <p:attrNameLst>
                                          <p:attrName>style.visibility</p:attrName>
                                        </p:attrNameLst>
                                      </p:cBhvr>
                                      <p:to>
                                        <p:strVal val="visible"/>
                                      </p:to>
                                    </p:set>
                                    <p:animEffect transition="in" filter="fade">
                                      <p:cBhvr>
                                        <p:cTn id="37" dur="1000"/>
                                        <p:tgtEl>
                                          <p:spTgt spid="8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5">
                                            <p:txEl>
                                              <p:pRg st="7" end="7"/>
                                            </p:txEl>
                                          </p:spTgt>
                                        </p:tgtEl>
                                        <p:attrNameLst>
                                          <p:attrName>style.visibility</p:attrName>
                                        </p:attrNameLst>
                                      </p:cBhvr>
                                      <p:to>
                                        <p:strVal val="visible"/>
                                      </p:to>
                                    </p:set>
                                    <p:animEffect transition="in" filter="fade">
                                      <p:cBhvr>
                                        <p:cTn id="42" dur="1000"/>
                                        <p:tgtEl>
                                          <p:spTgt spid="8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6"/>
                                        </p:tgtEl>
                                        <p:attrNameLst>
                                          <p:attrName>style.visibility</p:attrName>
                                        </p:attrNameLst>
                                      </p:cBhvr>
                                      <p:to>
                                        <p:strVal val="visible"/>
                                      </p:to>
                                    </p:set>
                                    <p:animEffect transition="in" filter="fade">
                                      <p:cBhvr>
                                        <p:cTn id="47" dur="1000"/>
                                        <p:tgtEl>
                                          <p:spTgt spid="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90" name="Shape 90"/>
        <p:cNvGrpSpPr/>
        <p:nvPr/>
      </p:nvGrpSpPr>
      <p:grpSpPr>
        <a:xfrm>
          <a:off x="0" y="0"/>
          <a:ext cx="0" cy="0"/>
          <a:chOff x="0" y="0"/>
          <a:chExt cx="0" cy="0"/>
        </a:xfrm>
      </p:grpSpPr>
      <p:pic>
        <p:nvPicPr>
          <p:cNvPr id="91" name="Google Shape;91;p5"/>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92" name="Google Shape;92;p5"/>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93" name="Google Shape;93;p5"/>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4" name="Google Shape;94;p5"/>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Explanation:</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95" name="Google Shape;95;p5"/>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Let number of notes of each denomination be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endParaRPr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Then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+ 5</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+ 10</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480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16</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480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30.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80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Hence, total number of notes = 3</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90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pic>
        <p:nvPicPr>
          <p:cNvPr id="100" name="Google Shape;100;p6"/>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101" name="Google Shape;101;p6"/>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102" name="Google Shape;102;p6"/>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3" name="Google Shape;103;p6"/>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Question: 02</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104" name="Google Shape;104;p6"/>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There are two examination rooms A and B. If 10 students are sent from A to B, then the number of students in each room is same. If 20 candidates are sent from B to A, then the number of students in A is double the number of students in B. The number of students in room A is:</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800"/>
              </a:spcBef>
              <a:spcAft>
                <a:spcPts val="0"/>
              </a:spcAft>
              <a:buClr>
                <a:srgbClr val="000000"/>
              </a:buClr>
              <a:buSzPts val="1400"/>
              <a:buFont typeface="Arial" panose="020B0604020202020204"/>
              <a:buNone/>
            </a:pP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317500" algn="l" rtl="0">
              <a:lnSpc>
                <a:spcPct val="100000"/>
              </a:lnSpc>
              <a:spcBef>
                <a:spcPts val="800"/>
              </a:spcBef>
              <a:spcAft>
                <a:spcPts val="0"/>
              </a:spcAft>
              <a:buClr>
                <a:schemeClr val="dk1"/>
              </a:buClr>
              <a:buSzPts val="1400"/>
              <a:buFont typeface="Arial" panose="020B0604020202020204"/>
              <a:buAutoNum type="alphaUcPeriod"/>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20</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317500" algn="l" rtl="0">
              <a:lnSpc>
                <a:spcPct val="100000"/>
              </a:lnSpc>
              <a:spcBef>
                <a:spcPts val="0"/>
              </a:spcBef>
              <a:spcAft>
                <a:spcPts val="0"/>
              </a:spcAft>
              <a:buClr>
                <a:schemeClr val="dk1"/>
              </a:buClr>
              <a:buSzPts val="1400"/>
              <a:buFont typeface="Arial" panose="020B0604020202020204"/>
              <a:buAutoNum type="alphaUcPeriod"/>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80</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317500" algn="l" rtl="0">
              <a:lnSpc>
                <a:spcPct val="100000"/>
              </a:lnSpc>
              <a:spcBef>
                <a:spcPts val="0"/>
              </a:spcBef>
              <a:spcAft>
                <a:spcPts val="0"/>
              </a:spcAft>
              <a:buClr>
                <a:schemeClr val="dk1"/>
              </a:buClr>
              <a:buSzPts val="1400"/>
              <a:buFont typeface="Arial" panose="020B0604020202020204"/>
              <a:buAutoNum type="alphaUcPeriod"/>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100</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317500" algn="l" rtl="0">
              <a:lnSpc>
                <a:spcPct val="100000"/>
              </a:lnSpc>
              <a:spcBef>
                <a:spcPts val="0"/>
              </a:spcBef>
              <a:spcAft>
                <a:spcPts val="0"/>
              </a:spcAft>
              <a:buClr>
                <a:schemeClr val="dk1"/>
              </a:buClr>
              <a:buSzPts val="1400"/>
              <a:buFont typeface="Arial" panose="020B0604020202020204"/>
              <a:buAutoNum type="alphaUcPeriod"/>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200</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p:txBody>
      </p:sp>
      <p:sp>
        <p:nvSpPr>
          <p:cNvPr id="105" name="Google Shape;105;p6"/>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1" i="0" u="none" strike="noStrike" cap="none">
                <a:solidFill>
                  <a:srgbClr val="000000"/>
                </a:solidFill>
                <a:latin typeface="Arial" panose="020B0604020202020204"/>
                <a:ea typeface="Arial" panose="020B0604020202020204"/>
                <a:cs typeface="Arial" panose="020B0604020202020204"/>
                <a:sym typeface="Arial" panose="020B0604020202020204"/>
              </a:rPr>
              <a:t>Answer: C </a:t>
            </a: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4">
                                            <p:txEl>
                                              <p:pRg st="1" end="1"/>
                                            </p:txEl>
                                          </p:spTgt>
                                        </p:tgtEl>
                                        <p:attrNameLst>
                                          <p:attrName>style.visibility</p:attrName>
                                        </p:attrNameLst>
                                      </p:cBhvr>
                                      <p:to>
                                        <p:strVal val="visible"/>
                                      </p:to>
                                    </p:set>
                                    <p:animEffect transition="in" filter="fade">
                                      <p:cBhvr>
                                        <p:cTn id="12" dur="1000"/>
                                        <p:tgtEl>
                                          <p:spTgt spid="10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4">
                                            <p:txEl>
                                              <p:pRg st="2" end="2"/>
                                            </p:txEl>
                                          </p:spTgt>
                                        </p:tgtEl>
                                        <p:attrNameLst>
                                          <p:attrName>style.visibility</p:attrName>
                                        </p:attrNameLst>
                                      </p:cBhvr>
                                      <p:to>
                                        <p:strVal val="visible"/>
                                      </p:to>
                                    </p:set>
                                    <p:animEffect transition="in" filter="fade">
                                      <p:cBhvr>
                                        <p:cTn id="17" dur="1000"/>
                                        <p:tgtEl>
                                          <p:spTgt spid="10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4">
                                            <p:txEl>
                                              <p:pRg st="3" end="3"/>
                                            </p:txEl>
                                          </p:spTgt>
                                        </p:tgtEl>
                                        <p:attrNameLst>
                                          <p:attrName>style.visibility</p:attrName>
                                        </p:attrNameLst>
                                      </p:cBhvr>
                                      <p:to>
                                        <p:strVal val="visible"/>
                                      </p:to>
                                    </p:set>
                                    <p:animEffect transition="in" filter="fade">
                                      <p:cBhvr>
                                        <p:cTn id="22" dur="1000"/>
                                        <p:tgtEl>
                                          <p:spTgt spid="10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4">
                                            <p:txEl>
                                              <p:pRg st="4" end="4"/>
                                            </p:txEl>
                                          </p:spTgt>
                                        </p:tgtEl>
                                        <p:attrNameLst>
                                          <p:attrName>style.visibility</p:attrName>
                                        </p:attrNameLst>
                                      </p:cBhvr>
                                      <p:to>
                                        <p:strVal val="visible"/>
                                      </p:to>
                                    </p:set>
                                    <p:animEffect transition="in" filter="fade">
                                      <p:cBhvr>
                                        <p:cTn id="27" dur="1000"/>
                                        <p:tgtEl>
                                          <p:spTgt spid="10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4">
                                            <p:txEl>
                                              <p:pRg st="5" end="5"/>
                                            </p:txEl>
                                          </p:spTgt>
                                        </p:tgtEl>
                                        <p:attrNameLst>
                                          <p:attrName>style.visibility</p:attrName>
                                        </p:attrNameLst>
                                      </p:cBhvr>
                                      <p:to>
                                        <p:strVal val="visible"/>
                                      </p:to>
                                    </p:set>
                                    <p:animEffect transition="in" filter="fade">
                                      <p:cBhvr>
                                        <p:cTn id="32" dur="1000"/>
                                        <p:tgtEl>
                                          <p:spTgt spid="10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5"/>
                                        </p:tgtEl>
                                        <p:attrNameLst>
                                          <p:attrName>style.visibility</p:attrName>
                                        </p:attrNameLst>
                                      </p:cBhvr>
                                      <p:to>
                                        <p:strVal val="visible"/>
                                      </p:to>
                                    </p:set>
                                    <p:animEffect transition="in" filter="fade">
                                      <p:cBhvr>
                                        <p:cTn id="37" dur="1000"/>
                                        <p:tgtEl>
                                          <p:spTgt spid="1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09" name="Shape 109"/>
        <p:cNvGrpSpPr/>
        <p:nvPr/>
      </p:nvGrpSpPr>
      <p:grpSpPr>
        <a:xfrm>
          <a:off x="0" y="0"/>
          <a:ext cx="0" cy="0"/>
          <a:chOff x="0" y="0"/>
          <a:chExt cx="0" cy="0"/>
        </a:xfrm>
      </p:grpSpPr>
      <p:pic>
        <p:nvPicPr>
          <p:cNvPr id="110" name="Google Shape;110;p7"/>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111" name="Google Shape;111;p7"/>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112" name="Google Shape;112;p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3" name="Google Shape;113;p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Explanation:</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114" name="Google Shape;114;p7"/>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Let the number of students in rooms A and B be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and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y</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respectively.</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Then,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- 10 =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y</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+ 10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y</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20 .... (i)</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and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+ 20 = 2(</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y</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- 20) </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- 2</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y</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-60 .... (ii)</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Solving (i) and (ii) we get: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100 ,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y</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80.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80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The required answer A = 100.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18" name="Shape 118"/>
        <p:cNvGrpSpPr/>
        <p:nvPr/>
      </p:nvGrpSpPr>
      <p:grpSpPr>
        <a:xfrm>
          <a:off x="0" y="0"/>
          <a:ext cx="0" cy="0"/>
          <a:chOff x="0" y="0"/>
          <a:chExt cx="0" cy="0"/>
        </a:xfrm>
      </p:grpSpPr>
      <p:pic>
        <p:nvPicPr>
          <p:cNvPr id="119" name="Google Shape;119;p8"/>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120" name="Google Shape;120;p8"/>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121" name="Google Shape;121;p8"/>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2" name="Google Shape;122;p8"/>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Question: 03</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123" name="Google Shape;123;p8"/>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The price of 10 chairs is equal to that of 4 tables. The price of 15 chairs and 2 tables together is Rs. 4000. The total price of 12 chairs and 3 tables is:</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800"/>
              </a:spcBef>
              <a:spcAft>
                <a:spcPts val="0"/>
              </a:spcAft>
              <a:buClr>
                <a:srgbClr val="000000"/>
              </a:buClr>
              <a:buSzPts val="1400"/>
              <a:buFont typeface="Arial" panose="020B0604020202020204"/>
              <a:buNone/>
            </a:pP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317500" algn="l" rtl="0">
              <a:lnSpc>
                <a:spcPct val="100000"/>
              </a:lnSpc>
              <a:spcBef>
                <a:spcPts val="800"/>
              </a:spcBef>
              <a:spcAft>
                <a:spcPts val="0"/>
              </a:spcAft>
              <a:buClr>
                <a:schemeClr val="dk1"/>
              </a:buClr>
              <a:buSzPts val="1400"/>
              <a:buFont typeface="Arial" panose="020B0604020202020204"/>
              <a:buAutoNum type="alphaUcPeriod"/>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Rs. 3500</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317500" algn="l" rtl="0">
              <a:lnSpc>
                <a:spcPct val="100000"/>
              </a:lnSpc>
              <a:spcBef>
                <a:spcPts val="0"/>
              </a:spcBef>
              <a:spcAft>
                <a:spcPts val="0"/>
              </a:spcAft>
              <a:buClr>
                <a:schemeClr val="dk1"/>
              </a:buClr>
              <a:buSzPts val="1400"/>
              <a:buFont typeface="Arial" panose="020B0604020202020204"/>
              <a:buAutoNum type="alphaUcPeriod"/>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Rs. 3740</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317500" algn="l" rtl="0">
              <a:lnSpc>
                <a:spcPct val="100000"/>
              </a:lnSpc>
              <a:spcBef>
                <a:spcPts val="0"/>
              </a:spcBef>
              <a:spcAft>
                <a:spcPts val="0"/>
              </a:spcAft>
              <a:buClr>
                <a:schemeClr val="dk1"/>
              </a:buClr>
              <a:buSzPts val="1400"/>
              <a:buFont typeface="Arial" panose="020B0604020202020204"/>
              <a:buAutoNum type="alphaUcPeriod"/>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Rs. 3840</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317500" algn="l" rtl="0">
              <a:lnSpc>
                <a:spcPct val="100000"/>
              </a:lnSpc>
              <a:spcBef>
                <a:spcPts val="0"/>
              </a:spcBef>
              <a:spcAft>
                <a:spcPts val="0"/>
              </a:spcAft>
              <a:buClr>
                <a:schemeClr val="dk1"/>
              </a:buClr>
              <a:buSzPts val="1400"/>
              <a:buFont typeface="Arial" panose="020B0604020202020204"/>
              <a:buAutoNum type="alphaUcPeriod"/>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Rs. 3900</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800"/>
              </a:spcBef>
              <a:spcAft>
                <a:spcPts val="0"/>
              </a:spcAft>
              <a:buClr>
                <a:srgbClr val="000000"/>
              </a:buClr>
              <a:buSzPts val="1400"/>
              <a:buFont typeface="Arial" panose="020B0604020202020204"/>
              <a:buNone/>
            </a:pP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800"/>
              </a:spcBef>
              <a:spcAft>
                <a:spcPts val="0"/>
              </a:spcAft>
              <a:buClr>
                <a:srgbClr val="000000"/>
              </a:buClr>
              <a:buSzPts val="1400"/>
              <a:buFont typeface="Arial" panose="020B0604020202020204"/>
              <a:buNone/>
            </a:pP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800"/>
              </a:spcBef>
              <a:spcAft>
                <a:spcPts val="800"/>
              </a:spcAft>
              <a:buClr>
                <a:srgbClr val="000000"/>
              </a:buClr>
              <a:buSzPts val="1400"/>
              <a:buFont typeface="Arial" panose="020B0604020202020204"/>
              <a:buNone/>
            </a:pP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p:txBody>
      </p:sp>
      <p:sp>
        <p:nvSpPr>
          <p:cNvPr id="124" name="Google Shape;124;p8"/>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1" i="0" u="none" strike="noStrike" cap="none">
                <a:solidFill>
                  <a:srgbClr val="000000"/>
                </a:solidFill>
                <a:latin typeface="Arial" panose="020B0604020202020204"/>
                <a:ea typeface="Arial" panose="020B0604020202020204"/>
                <a:cs typeface="Arial" panose="020B0604020202020204"/>
                <a:sym typeface="Arial" panose="020B0604020202020204"/>
              </a:rPr>
              <a:t>Answer: D</a:t>
            </a: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3">
                                            <p:txEl>
                                              <p:pRg st="0" end="0"/>
                                            </p:txEl>
                                          </p:spTgt>
                                        </p:tgtEl>
                                        <p:attrNameLst>
                                          <p:attrName>style.visibility</p:attrName>
                                        </p:attrNameLst>
                                      </p:cBhvr>
                                      <p:to>
                                        <p:strVal val="visible"/>
                                      </p:to>
                                    </p:set>
                                    <p:animEffect transition="in" filter="fade">
                                      <p:cBhvr>
                                        <p:cTn id="7" dur="1000"/>
                                        <p:tgtEl>
                                          <p:spTgt spid="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3">
                                            <p:txEl>
                                              <p:pRg st="1" end="1"/>
                                            </p:txEl>
                                          </p:spTgt>
                                        </p:tgtEl>
                                        <p:attrNameLst>
                                          <p:attrName>style.visibility</p:attrName>
                                        </p:attrNameLst>
                                      </p:cBhvr>
                                      <p:to>
                                        <p:strVal val="visible"/>
                                      </p:to>
                                    </p:set>
                                    <p:animEffect transition="in" filter="fade">
                                      <p:cBhvr>
                                        <p:cTn id="12" dur="1000"/>
                                        <p:tgtEl>
                                          <p:spTgt spid="1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3">
                                            <p:txEl>
                                              <p:pRg st="2" end="2"/>
                                            </p:txEl>
                                          </p:spTgt>
                                        </p:tgtEl>
                                        <p:attrNameLst>
                                          <p:attrName>style.visibility</p:attrName>
                                        </p:attrNameLst>
                                      </p:cBhvr>
                                      <p:to>
                                        <p:strVal val="visible"/>
                                      </p:to>
                                    </p:set>
                                    <p:animEffect transition="in" filter="fade">
                                      <p:cBhvr>
                                        <p:cTn id="17" dur="1000"/>
                                        <p:tgtEl>
                                          <p:spTgt spid="1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3">
                                            <p:txEl>
                                              <p:pRg st="3" end="3"/>
                                            </p:txEl>
                                          </p:spTgt>
                                        </p:tgtEl>
                                        <p:attrNameLst>
                                          <p:attrName>style.visibility</p:attrName>
                                        </p:attrNameLst>
                                      </p:cBhvr>
                                      <p:to>
                                        <p:strVal val="visible"/>
                                      </p:to>
                                    </p:set>
                                    <p:animEffect transition="in" filter="fade">
                                      <p:cBhvr>
                                        <p:cTn id="22" dur="1000"/>
                                        <p:tgtEl>
                                          <p:spTgt spid="1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3">
                                            <p:txEl>
                                              <p:pRg st="4" end="4"/>
                                            </p:txEl>
                                          </p:spTgt>
                                        </p:tgtEl>
                                        <p:attrNameLst>
                                          <p:attrName>style.visibility</p:attrName>
                                        </p:attrNameLst>
                                      </p:cBhvr>
                                      <p:to>
                                        <p:strVal val="visible"/>
                                      </p:to>
                                    </p:set>
                                    <p:animEffect transition="in" filter="fade">
                                      <p:cBhvr>
                                        <p:cTn id="27" dur="1000"/>
                                        <p:tgtEl>
                                          <p:spTgt spid="12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3">
                                            <p:txEl>
                                              <p:pRg st="5" end="5"/>
                                            </p:txEl>
                                          </p:spTgt>
                                        </p:tgtEl>
                                        <p:attrNameLst>
                                          <p:attrName>style.visibility</p:attrName>
                                        </p:attrNameLst>
                                      </p:cBhvr>
                                      <p:to>
                                        <p:strVal val="visible"/>
                                      </p:to>
                                    </p:set>
                                    <p:animEffect transition="in" filter="fade">
                                      <p:cBhvr>
                                        <p:cTn id="32" dur="1000"/>
                                        <p:tgtEl>
                                          <p:spTgt spid="12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3">
                                            <p:txEl>
                                              <p:pRg st="6" end="6"/>
                                            </p:txEl>
                                          </p:spTgt>
                                        </p:tgtEl>
                                        <p:attrNameLst>
                                          <p:attrName>style.visibility</p:attrName>
                                        </p:attrNameLst>
                                      </p:cBhvr>
                                      <p:to>
                                        <p:strVal val="visible"/>
                                      </p:to>
                                    </p:set>
                                    <p:animEffect transition="in" filter="fade">
                                      <p:cBhvr>
                                        <p:cTn id="37" dur="1000"/>
                                        <p:tgtEl>
                                          <p:spTgt spid="12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23">
                                            <p:txEl>
                                              <p:pRg st="7" end="7"/>
                                            </p:txEl>
                                          </p:spTgt>
                                        </p:tgtEl>
                                        <p:attrNameLst>
                                          <p:attrName>style.visibility</p:attrName>
                                        </p:attrNameLst>
                                      </p:cBhvr>
                                      <p:to>
                                        <p:strVal val="visible"/>
                                      </p:to>
                                    </p:set>
                                    <p:animEffect transition="in" filter="fade">
                                      <p:cBhvr>
                                        <p:cTn id="42" dur="1000"/>
                                        <p:tgtEl>
                                          <p:spTgt spid="12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23">
                                            <p:txEl>
                                              <p:pRg st="8" end="8"/>
                                            </p:txEl>
                                          </p:spTgt>
                                        </p:tgtEl>
                                        <p:attrNameLst>
                                          <p:attrName>style.visibility</p:attrName>
                                        </p:attrNameLst>
                                      </p:cBhvr>
                                      <p:to>
                                        <p:strVal val="visible"/>
                                      </p:to>
                                    </p:set>
                                    <p:animEffect transition="in" filter="fade">
                                      <p:cBhvr>
                                        <p:cTn id="47" dur="1000"/>
                                        <p:tgtEl>
                                          <p:spTgt spid="12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24"/>
                                        </p:tgtEl>
                                        <p:attrNameLst>
                                          <p:attrName>style.visibility</p:attrName>
                                        </p:attrNameLst>
                                      </p:cBhvr>
                                      <p:to>
                                        <p:strVal val="visible"/>
                                      </p:to>
                                    </p:set>
                                    <p:animEffect transition="in" filter="fade">
                                      <p:cBhvr>
                                        <p:cTn id="52" dur="1000"/>
                                        <p:tgtEl>
                                          <p:spTgt spid="1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28" name="Shape 128"/>
        <p:cNvGrpSpPr/>
        <p:nvPr/>
      </p:nvGrpSpPr>
      <p:grpSpPr>
        <a:xfrm>
          <a:off x="0" y="0"/>
          <a:ext cx="0" cy="0"/>
          <a:chOff x="0" y="0"/>
          <a:chExt cx="0" cy="0"/>
        </a:xfrm>
      </p:grpSpPr>
      <p:pic>
        <p:nvPicPr>
          <p:cNvPr id="129" name="Google Shape;129;p9"/>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130" name="Google Shape;130;p9"/>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131" name="Google Shape;131;p9"/>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2" name="Google Shape;132;p9"/>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Explanation:</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133" name="Google Shape;133;p9"/>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Let the cost of a chair and that of a table be Rs.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and Rs.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y</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respectively.</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Then, 10</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4</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y</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Y =  5/2 x</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15</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+ 2</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y</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4000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15</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+ 2 x 5/2 x = 4000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20</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4000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200.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y= (5/2 * 200) = 500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Hence, the cost of 12 chairs and 3 tables = 12</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+ 3</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y</a:t>
            </a:r>
            <a:endParaRPr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80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Rs. (2400 + 1500) = Rs. 3900.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37" name="Shape 137"/>
        <p:cNvGrpSpPr/>
        <p:nvPr/>
      </p:nvGrpSpPr>
      <p:grpSpPr>
        <a:xfrm>
          <a:off x="0" y="0"/>
          <a:ext cx="0" cy="0"/>
          <a:chOff x="0" y="0"/>
          <a:chExt cx="0" cy="0"/>
        </a:xfrm>
      </p:grpSpPr>
      <p:pic>
        <p:nvPicPr>
          <p:cNvPr id="138" name="Google Shape;138;p10"/>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139" name="Google Shape;139;p10"/>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140" name="Google Shape;140;p10"/>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1" name="Google Shape;141;p10"/>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Question: 04</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142" name="Google Shape;142;p10"/>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If </a:t>
            </a:r>
            <a:r>
              <a:rPr lang="en-GB" sz="1400" b="0" i="1"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a</a:t>
            </a: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 - </a:t>
            </a:r>
            <a:r>
              <a:rPr lang="en-GB" sz="1400" b="0" i="1"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b</a:t>
            </a: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 = 3 and </a:t>
            </a:r>
            <a:r>
              <a:rPr lang="en-GB" sz="1400" b="0" i="1"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a</a:t>
            </a:r>
            <a:r>
              <a:rPr lang="en-GB" sz="1400" b="0" i="0" u="none" strike="noStrike" cap="none" baseline="30000">
                <a:solidFill>
                  <a:schemeClr val="dk1"/>
                </a:solidFill>
                <a:highlight>
                  <a:srgbClr val="FFFFFF"/>
                </a:highlight>
                <a:latin typeface="Arial" panose="020B0604020202020204"/>
                <a:ea typeface="Arial" panose="020B0604020202020204"/>
                <a:cs typeface="Arial" panose="020B0604020202020204"/>
                <a:sym typeface="Arial" panose="020B0604020202020204"/>
              </a:rPr>
              <a:t>2</a:t>
            </a: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 + </a:t>
            </a:r>
            <a:r>
              <a:rPr lang="en-GB" sz="1400" b="0" i="1"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b</a:t>
            </a:r>
            <a:r>
              <a:rPr lang="en-GB" sz="1400" b="0" i="0" u="none" strike="noStrike" cap="none" baseline="30000">
                <a:solidFill>
                  <a:schemeClr val="dk1"/>
                </a:solidFill>
                <a:highlight>
                  <a:srgbClr val="FFFFFF"/>
                </a:highlight>
                <a:latin typeface="Arial" panose="020B0604020202020204"/>
                <a:ea typeface="Arial" panose="020B0604020202020204"/>
                <a:cs typeface="Arial" panose="020B0604020202020204"/>
                <a:sym typeface="Arial" panose="020B0604020202020204"/>
              </a:rPr>
              <a:t>2</a:t>
            </a: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 = 29, find the value of </a:t>
            </a:r>
            <a:r>
              <a:rPr lang="en-GB" sz="1400" b="0" i="1"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ab.</a:t>
            </a:r>
            <a:endParaRPr sz="1400" b="0" i="1"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800"/>
              </a:spcBef>
              <a:spcAft>
                <a:spcPts val="0"/>
              </a:spcAft>
              <a:buClr>
                <a:srgbClr val="000000"/>
              </a:buClr>
              <a:buSzPts val="1400"/>
              <a:buFont typeface="Arial" panose="020B0604020202020204"/>
              <a:buNone/>
            </a:pPr>
            <a:endParaRPr sz="1400" b="0" i="1"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317500" algn="l" rtl="0">
              <a:lnSpc>
                <a:spcPct val="100000"/>
              </a:lnSpc>
              <a:spcBef>
                <a:spcPts val="800"/>
              </a:spcBef>
              <a:spcAft>
                <a:spcPts val="0"/>
              </a:spcAft>
              <a:buClr>
                <a:schemeClr val="dk1"/>
              </a:buClr>
              <a:buSzPts val="1400"/>
              <a:buFont typeface="Arial" panose="020B0604020202020204"/>
              <a:buAutoNum type="alphaUcPeriod"/>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10</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317500" algn="l" rtl="0">
              <a:lnSpc>
                <a:spcPct val="100000"/>
              </a:lnSpc>
              <a:spcBef>
                <a:spcPts val="0"/>
              </a:spcBef>
              <a:spcAft>
                <a:spcPts val="0"/>
              </a:spcAft>
              <a:buClr>
                <a:schemeClr val="dk1"/>
              </a:buClr>
              <a:buSzPts val="1400"/>
              <a:buFont typeface="Arial" panose="020B0604020202020204"/>
              <a:buAutoNum type="alphaUcPeriod"/>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12</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317500" algn="l" rtl="0">
              <a:lnSpc>
                <a:spcPct val="100000"/>
              </a:lnSpc>
              <a:spcBef>
                <a:spcPts val="0"/>
              </a:spcBef>
              <a:spcAft>
                <a:spcPts val="0"/>
              </a:spcAft>
              <a:buClr>
                <a:schemeClr val="dk1"/>
              </a:buClr>
              <a:buSzPts val="1400"/>
              <a:buFont typeface="Arial" panose="020B0604020202020204"/>
              <a:buAutoNum type="alphaUcPeriod"/>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15</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317500" algn="l" rtl="0">
              <a:lnSpc>
                <a:spcPct val="100000"/>
              </a:lnSpc>
              <a:spcBef>
                <a:spcPts val="0"/>
              </a:spcBef>
              <a:spcAft>
                <a:spcPts val="0"/>
              </a:spcAft>
              <a:buClr>
                <a:schemeClr val="dk1"/>
              </a:buClr>
              <a:buSzPts val="1400"/>
              <a:buFont typeface="Arial" panose="020B0604020202020204"/>
              <a:buAutoNum type="alphaUcPeriod"/>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18</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p:txBody>
      </p:sp>
      <p:sp>
        <p:nvSpPr>
          <p:cNvPr id="143" name="Google Shape;143;p10"/>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1" i="0" u="none" strike="noStrike" cap="none">
                <a:solidFill>
                  <a:srgbClr val="000000"/>
                </a:solidFill>
                <a:latin typeface="Arial" panose="020B0604020202020204"/>
                <a:ea typeface="Arial" panose="020B0604020202020204"/>
                <a:cs typeface="Arial" panose="020B0604020202020204"/>
                <a:sym typeface="Arial" panose="020B0604020202020204"/>
              </a:rPr>
              <a:t>Answer: A</a:t>
            </a: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2">
                                            <p:txEl>
                                              <p:pRg st="0" end="0"/>
                                            </p:txEl>
                                          </p:spTgt>
                                        </p:tgtEl>
                                        <p:attrNameLst>
                                          <p:attrName>style.visibility</p:attrName>
                                        </p:attrNameLst>
                                      </p:cBhvr>
                                      <p:to>
                                        <p:strVal val="visible"/>
                                      </p:to>
                                    </p:set>
                                    <p:animEffect transition="in" filter="fade">
                                      <p:cBhvr>
                                        <p:cTn id="7" dur="1000"/>
                                        <p:tgtEl>
                                          <p:spTgt spid="1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2">
                                            <p:txEl>
                                              <p:pRg st="1" end="1"/>
                                            </p:txEl>
                                          </p:spTgt>
                                        </p:tgtEl>
                                        <p:attrNameLst>
                                          <p:attrName>style.visibility</p:attrName>
                                        </p:attrNameLst>
                                      </p:cBhvr>
                                      <p:to>
                                        <p:strVal val="visible"/>
                                      </p:to>
                                    </p:set>
                                    <p:animEffect transition="in" filter="fade">
                                      <p:cBhvr>
                                        <p:cTn id="12" dur="1000"/>
                                        <p:tgtEl>
                                          <p:spTgt spid="14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2">
                                            <p:txEl>
                                              <p:pRg st="2" end="2"/>
                                            </p:txEl>
                                          </p:spTgt>
                                        </p:tgtEl>
                                        <p:attrNameLst>
                                          <p:attrName>style.visibility</p:attrName>
                                        </p:attrNameLst>
                                      </p:cBhvr>
                                      <p:to>
                                        <p:strVal val="visible"/>
                                      </p:to>
                                    </p:set>
                                    <p:animEffect transition="in" filter="fade">
                                      <p:cBhvr>
                                        <p:cTn id="17" dur="1000"/>
                                        <p:tgtEl>
                                          <p:spTgt spid="14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2">
                                            <p:txEl>
                                              <p:pRg st="3" end="3"/>
                                            </p:txEl>
                                          </p:spTgt>
                                        </p:tgtEl>
                                        <p:attrNameLst>
                                          <p:attrName>style.visibility</p:attrName>
                                        </p:attrNameLst>
                                      </p:cBhvr>
                                      <p:to>
                                        <p:strVal val="visible"/>
                                      </p:to>
                                    </p:set>
                                    <p:animEffect transition="in" filter="fade">
                                      <p:cBhvr>
                                        <p:cTn id="22" dur="1000"/>
                                        <p:tgtEl>
                                          <p:spTgt spid="14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2">
                                            <p:txEl>
                                              <p:pRg st="4" end="4"/>
                                            </p:txEl>
                                          </p:spTgt>
                                        </p:tgtEl>
                                        <p:attrNameLst>
                                          <p:attrName>style.visibility</p:attrName>
                                        </p:attrNameLst>
                                      </p:cBhvr>
                                      <p:to>
                                        <p:strVal val="visible"/>
                                      </p:to>
                                    </p:set>
                                    <p:animEffect transition="in" filter="fade">
                                      <p:cBhvr>
                                        <p:cTn id="27" dur="1000"/>
                                        <p:tgtEl>
                                          <p:spTgt spid="14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2">
                                            <p:txEl>
                                              <p:pRg st="5" end="5"/>
                                            </p:txEl>
                                          </p:spTgt>
                                        </p:tgtEl>
                                        <p:attrNameLst>
                                          <p:attrName>style.visibility</p:attrName>
                                        </p:attrNameLst>
                                      </p:cBhvr>
                                      <p:to>
                                        <p:strVal val="visible"/>
                                      </p:to>
                                    </p:set>
                                    <p:animEffect transition="in" filter="fade">
                                      <p:cBhvr>
                                        <p:cTn id="32" dur="1000"/>
                                        <p:tgtEl>
                                          <p:spTgt spid="14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3"/>
                                        </p:tgtEl>
                                        <p:attrNameLst>
                                          <p:attrName>style.visibility</p:attrName>
                                        </p:attrNameLst>
                                      </p:cBhvr>
                                      <p:to>
                                        <p:strVal val="visible"/>
                                      </p:to>
                                    </p:set>
                                    <p:animEffect transition="in" filter="fade">
                                      <p:cBhvr>
                                        <p:cTn id="37" dur="1000"/>
                                        <p:tgtEl>
                                          <p:spTgt spid="1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47" name="Shape 147"/>
        <p:cNvGrpSpPr/>
        <p:nvPr/>
      </p:nvGrpSpPr>
      <p:grpSpPr>
        <a:xfrm>
          <a:off x="0" y="0"/>
          <a:ext cx="0" cy="0"/>
          <a:chOff x="0" y="0"/>
          <a:chExt cx="0" cy="0"/>
        </a:xfrm>
      </p:grpSpPr>
      <p:pic>
        <p:nvPicPr>
          <p:cNvPr id="148" name="Google Shape;148;p11"/>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149" name="Google Shape;149;p11"/>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150" name="Google Shape;150;p11"/>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 name="Google Shape;151;p11"/>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Explanation:</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152" name="Google Shape;152;p11"/>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70000"/>
              </a:lnSpc>
              <a:spcBef>
                <a:spcPts val="800"/>
              </a:spcBef>
              <a:spcAft>
                <a:spcPts val="0"/>
              </a:spcAft>
              <a:buClr>
                <a:schemeClr val="dk1"/>
              </a:buClr>
              <a:buSzPts val="11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2</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ab</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a</a:t>
            </a:r>
            <a:r>
              <a:rPr lang="en-GB" sz="1400" b="0" i="0" u="none" strike="noStrike" cap="none" baseline="30000">
                <a:solidFill>
                  <a:schemeClr val="dk1"/>
                </a:solidFill>
                <a:highlight>
                  <a:srgbClr val="FFFFFF"/>
                </a:highlight>
                <a:latin typeface="Roboto" panose="02000000000000000000"/>
                <a:ea typeface="Roboto" panose="02000000000000000000"/>
                <a:cs typeface="Roboto" panose="02000000000000000000"/>
                <a:sym typeface="Roboto" panose="02000000000000000000"/>
              </a:rPr>
              <a:t>2</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b</a:t>
            </a:r>
            <a:r>
              <a:rPr lang="en-GB" sz="1400" b="0" i="0" u="none" strike="noStrike" cap="none" baseline="30000">
                <a:solidFill>
                  <a:schemeClr val="dk1"/>
                </a:solidFill>
                <a:highlight>
                  <a:srgbClr val="FFFFFF"/>
                </a:highlight>
                <a:latin typeface="Roboto" panose="02000000000000000000"/>
                <a:ea typeface="Roboto" panose="02000000000000000000"/>
                <a:cs typeface="Roboto" panose="02000000000000000000"/>
                <a:sym typeface="Roboto" panose="02000000000000000000"/>
              </a:rPr>
              <a:t>2</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a</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b</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a:t>
            </a:r>
            <a:r>
              <a:rPr lang="en-GB" sz="1400" b="0" i="0" u="none" strike="noStrike" cap="none" baseline="30000">
                <a:solidFill>
                  <a:schemeClr val="dk1"/>
                </a:solidFill>
                <a:highlight>
                  <a:srgbClr val="FFFFFF"/>
                </a:highlight>
                <a:latin typeface="Roboto" panose="02000000000000000000"/>
                <a:ea typeface="Roboto" panose="02000000000000000000"/>
                <a:cs typeface="Roboto" panose="02000000000000000000"/>
                <a:sym typeface="Roboto" panose="02000000000000000000"/>
              </a:rPr>
              <a:t>2</a:t>
            </a:r>
            <a:endParaRPr sz="1400" b="0" i="0" u="none" strike="noStrike" cap="none" baseline="30000">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15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29 - 9 = 20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15000"/>
              </a:lnSpc>
              <a:spcBef>
                <a:spcPts val="0"/>
              </a:spcBef>
              <a:spcAft>
                <a:spcPts val="0"/>
              </a:spcAft>
              <a:buClr>
                <a:schemeClr val="dk1"/>
              </a:buClr>
              <a:buSzPts val="1100"/>
              <a:buFont typeface="Arial" panose="020B0604020202020204"/>
              <a:buNone/>
            </a:pP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ab</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10.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56" name="Shape 156"/>
        <p:cNvGrpSpPr/>
        <p:nvPr/>
      </p:nvGrpSpPr>
      <p:grpSpPr>
        <a:xfrm>
          <a:off x="0" y="0"/>
          <a:ext cx="0" cy="0"/>
          <a:chOff x="0" y="0"/>
          <a:chExt cx="0" cy="0"/>
        </a:xfrm>
      </p:grpSpPr>
      <p:pic>
        <p:nvPicPr>
          <p:cNvPr id="157" name="Google Shape;157;p12"/>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158" name="Google Shape;158;p12"/>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159" name="Google Shape;159;p12"/>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 name="Google Shape;160;p12"/>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Question: 05</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161" name="Google Shape;161;p12"/>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The price of 2 sarees and 4 shirts is Rs. 1600. With the same money one can buy 1 saree and 6 shirts. If one wants to buy 12 shirts, how much shall he have to pay?</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80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1200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2400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3600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4800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p:txBody>
      </p:sp>
      <p:sp>
        <p:nvSpPr>
          <p:cNvPr id="162" name="Google Shape;162;p12"/>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1" i="0" u="none" strike="noStrike" cap="none">
                <a:solidFill>
                  <a:srgbClr val="000000"/>
                </a:solidFill>
                <a:latin typeface="Arial" panose="020B0604020202020204"/>
                <a:ea typeface="Arial" panose="020B0604020202020204"/>
                <a:cs typeface="Arial" panose="020B0604020202020204"/>
                <a:sym typeface="Arial" panose="020B0604020202020204"/>
              </a:rPr>
              <a:t>Answer: B</a:t>
            </a: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1">
                                            <p:txEl>
                                              <p:pRg st="0" end="0"/>
                                            </p:txEl>
                                          </p:spTgt>
                                        </p:tgtEl>
                                        <p:attrNameLst>
                                          <p:attrName>style.visibility</p:attrName>
                                        </p:attrNameLst>
                                      </p:cBhvr>
                                      <p:to>
                                        <p:strVal val="visible"/>
                                      </p:to>
                                    </p:set>
                                    <p:animEffect transition="in" filter="fade">
                                      <p:cBhvr>
                                        <p:cTn id="7" dur="1000"/>
                                        <p:tgtEl>
                                          <p:spTgt spid="16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1">
                                            <p:txEl>
                                              <p:pRg st="1" end="1"/>
                                            </p:txEl>
                                          </p:spTgt>
                                        </p:tgtEl>
                                        <p:attrNameLst>
                                          <p:attrName>style.visibility</p:attrName>
                                        </p:attrNameLst>
                                      </p:cBhvr>
                                      <p:to>
                                        <p:strVal val="visible"/>
                                      </p:to>
                                    </p:set>
                                    <p:animEffect transition="in" filter="fade">
                                      <p:cBhvr>
                                        <p:cTn id="12" dur="1000"/>
                                        <p:tgtEl>
                                          <p:spTgt spid="16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1">
                                            <p:txEl>
                                              <p:pRg st="2" end="2"/>
                                            </p:txEl>
                                          </p:spTgt>
                                        </p:tgtEl>
                                        <p:attrNameLst>
                                          <p:attrName>style.visibility</p:attrName>
                                        </p:attrNameLst>
                                      </p:cBhvr>
                                      <p:to>
                                        <p:strVal val="visible"/>
                                      </p:to>
                                    </p:set>
                                    <p:animEffect transition="in" filter="fade">
                                      <p:cBhvr>
                                        <p:cTn id="17" dur="1000"/>
                                        <p:tgtEl>
                                          <p:spTgt spid="16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1">
                                            <p:txEl>
                                              <p:pRg st="3" end="3"/>
                                            </p:txEl>
                                          </p:spTgt>
                                        </p:tgtEl>
                                        <p:attrNameLst>
                                          <p:attrName>style.visibility</p:attrName>
                                        </p:attrNameLst>
                                      </p:cBhvr>
                                      <p:to>
                                        <p:strVal val="visible"/>
                                      </p:to>
                                    </p:set>
                                    <p:animEffect transition="in" filter="fade">
                                      <p:cBhvr>
                                        <p:cTn id="22" dur="1000"/>
                                        <p:tgtEl>
                                          <p:spTgt spid="16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1">
                                            <p:txEl>
                                              <p:pRg st="4" end="4"/>
                                            </p:txEl>
                                          </p:spTgt>
                                        </p:tgtEl>
                                        <p:attrNameLst>
                                          <p:attrName>style.visibility</p:attrName>
                                        </p:attrNameLst>
                                      </p:cBhvr>
                                      <p:to>
                                        <p:strVal val="visible"/>
                                      </p:to>
                                    </p:set>
                                    <p:animEffect transition="in" filter="fade">
                                      <p:cBhvr>
                                        <p:cTn id="27" dur="1000"/>
                                        <p:tgtEl>
                                          <p:spTgt spid="16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1">
                                            <p:txEl>
                                              <p:pRg st="5" end="5"/>
                                            </p:txEl>
                                          </p:spTgt>
                                        </p:tgtEl>
                                        <p:attrNameLst>
                                          <p:attrName>style.visibility</p:attrName>
                                        </p:attrNameLst>
                                      </p:cBhvr>
                                      <p:to>
                                        <p:strVal val="visible"/>
                                      </p:to>
                                    </p:set>
                                    <p:animEffect transition="in" filter="fade">
                                      <p:cBhvr>
                                        <p:cTn id="32" dur="1000"/>
                                        <p:tgtEl>
                                          <p:spTgt spid="16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62"/>
                                        </p:tgtEl>
                                        <p:attrNameLst>
                                          <p:attrName>style.visibility</p:attrName>
                                        </p:attrNameLst>
                                      </p:cBhvr>
                                      <p:to>
                                        <p:strVal val="visible"/>
                                      </p:to>
                                    </p:set>
                                    <p:animEffect transition="in" filter="fade">
                                      <p:cBhvr>
                                        <p:cTn id="37" dur="1000"/>
                                        <p:tgtEl>
                                          <p:spTgt spid="1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66" name="Shape 166"/>
        <p:cNvGrpSpPr/>
        <p:nvPr/>
      </p:nvGrpSpPr>
      <p:grpSpPr>
        <a:xfrm>
          <a:off x="0" y="0"/>
          <a:ext cx="0" cy="0"/>
          <a:chOff x="0" y="0"/>
          <a:chExt cx="0" cy="0"/>
        </a:xfrm>
      </p:grpSpPr>
      <p:pic>
        <p:nvPicPr>
          <p:cNvPr id="167" name="Google Shape;167;p13"/>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168" name="Google Shape;168;p13"/>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169" name="Google Shape;169;p13"/>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0" name="Google Shape;170;p13"/>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Explanation:</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171" name="Google Shape;171;p13"/>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Let the price of a saree and a shirt be Rs.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and Rs.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y</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respectively.</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Then, 2</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+ 4</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y</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1600 .... (i)</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and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+ 6</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y</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1600 .... (ii)</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Divide equation (i) by 2, we get the below equation. </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381000" marR="0" lvl="0" indent="0" algn="l" rtl="0">
              <a:lnSpc>
                <a:spcPct val="115000"/>
              </a:lnSpc>
              <a:spcBef>
                <a:spcPts val="800"/>
              </a:spcBef>
              <a:spcAft>
                <a:spcPts val="0"/>
              </a:spcAft>
              <a:buClr>
                <a:schemeClr val="dk1"/>
              </a:buClr>
              <a:buSzPts val="11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=&gt; x +  2y =  800. --- (iii)</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381000" marR="0" lvl="0" indent="0" algn="l" rtl="0">
              <a:lnSpc>
                <a:spcPct val="115000"/>
              </a:lnSpc>
              <a:spcBef>
                <a:spcPts val="0"/>
              </a:spcBef>
              <a:spcAft>
                <a:spcPts val="0"/>
              </a:spcAft>
              <a:buClr>
                <a:schemeClr val="dk1"/>
              </a:buClr>
              <a:buSzPts val="11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Now subtract (iii) from (ii)</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 +  6y = 1600  (-)</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x +  2y =  800  </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4y =  800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381000" marR="0" lvl="0" indent="0" algn="l" rtl="0">
              <a:lnSpc>
                <a:spcPct val="115000"/>
              </a:lnSpc>
              <a:spcBef>
                <a:spcPts val="800"/>
              </a:spcBef>
              <a:spcAft>
                <a:spcPts val="0"/>
              </a:spcAft>
              <a:buClr>
                <a:schemeClr val="dk1"/>
              </a:buClr>
              <a:buSzPts val="11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0"/>
              </a:spcBef>
              <a:spcAft>
                <a:spcPts val="800"/>
              </a:spcAft>
              <a:buClr>
                <a:srgbClr val="000000"/>
              </a:buClr>
              <a:buSzPts val="1400"/>
              <a:buFont typeface="Arial" panose="020B0604020202020204"/>
              <a:buNone/>
            </a:pP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75" name="Shape 175"/>
        <p:cNvGrpSpPr/>
        <p:nvPr/>
      </p:nvGrpSpPr>
      <p:grpSpPr>
        <a:xfrm>
          <a:off x="0" y="0"/>
          <a:ext cx="0" cy="0"/>
          <a:chOff x="0" y="0"/>
          <a:chExt cx="0" cy="0"/>
        </a:xfrm>
      </p:grpSpPr>
      <p:pic>
        <p:nvPicPr>
          <p:cNvPr id="176" name="Google Shape;176;p14"/>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177" name="Google Shape;177;p14"/>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178" name="Google Shape;178;p14"/>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9" name="Google Shape;179;p14"/>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Explanation:</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180" name="Google Shape;180;p14"/>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Therefore, y = 200.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381000" marR="0" lvl="0" indent="0" algn="l" rtl="0">
              <a:lnSpc>
                <a:spcPct val="115000"/>
              </a:lnSpc>
              <a:spcBef>
                <a:spcPts val="0"/>
              </a:spcBef>
              <a:spcAft>
                <a:spcPts val="0"/>
              </a:spcAft>
              <a:buClr>
                <a:srgbClr val="000000"/>
              </a:buClr>
              <a:buSzPts val="1400"/>
              <a:buFont typeface="Arial" panose="020B0604020202020204"/>
              <a:buNone/>
            </a:pP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15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Now apply value of y in (iii)</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381000" marR="0" lvl="0" indent="0" algn="l" rtl="0">
              <a:lnSpc>
                <a:spcPct val="115000"/>
              </a:lnSpc>
              <a:spcBef>
                <a:spcPts val="0"/>
              </a:spcBef>
              <a:spcAft>
                <a:spcPts val="0"/>
              </a:spcAft>
              <a:buClr>
                <a:srgbClr val="000000"/>
              </a:buClr>
              <a:buSzPts val="1400"/>
              <a:buFont typeface="Arial" panose="020B0604020202020204"/>
              <a:buNone/>
            </a:pP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15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=&gt;  x + 2 x 200 = 800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381000" marR="0" lvl="0" indent="0" algn="l" rtl="0">
              <a:lnSpc>
                <a:spcPct val="115000"/>
              </a:lnSpc>
              <a:spcBef>
                <a:spcPts val="0"/>
              </a:spcBef>
              <a:spcAft>
                <a:spcPts val="0"/>
              </a:spcAft>
              <a:buClr>
                <a:srgbClr val="000000"/>
              </a:buClr>
              <a:buSzPts val="1400"/>
              <a:buFont typeface="Arial" panose="020B0604020202020204"/>
              <a:buNone/>
            </a:pP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15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=&gt;  x + 400 = 800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381000" marR="0" lvl="0" indent="0" algn="l" rtl="0">
              <a:lnSpc>
                <a:spcPct val="115000"/>
              </a:lnSpc>
              <a:spcBef>
                <a:spcPts val="0"/>
              </a:spcBef>
              <a:spcAft>
                <a:spcPts val="0"/>
              </a:spcAft>
              <a:buClr>
                <a:srgbClr val="000000"/>
              </a:buClr>
              <a:buSzPts val="1400"/>
              <a:buFont typeface="Arial" panose="020B0604020202020204"/>
              <a:buNone/>
            </a:pP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15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Therefore x = 400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15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Solving (i) and (ii) we get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400,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y</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200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15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Cost of 12 shirts = Rs. (12 x 200) = Rs. 2400.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0"/>
              </a:spcBef>
              <a:spcAft>
                <a:spcPts val="800"/>
              </a:spcAft>
              <a:buClr>
                <a:srgbClr val="000000"/>
              </a:buClr>
              <a:buSzPts val="1400"/>
              <a:buFont typeface="Arial" panose="020B0604020202020204"/>
              <a:buNone/>
            </a:pP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84" name="Shape 184"/>
        <p:cNvGrpSpPr/>
        <p:nvPr/>
      </p:nvGrpSpPr>
      <p:grpSpPr>
        <a:xfrm>
          <a:off x="0" y="0"/>
          <a:ext cx="0" cy="0"/>
          <a:chOff x="0" y="0"/>
          <a:chExt cx="0" cy="0"/>
        </a:xfrm>
      </p:grpSpPr>
      <p:pic>
        <p:nvPicPr>
          <p:cNvPr id="185" name="Google Shape;185;p15"/>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186" name="Google Shape;186;p15"/>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187" name="Google Shape;187;p15"/>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8" name="Google Shape;188;p15"/>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Question: 06</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189" name="Google Shape;189;p15"/>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A sum of Rs. 1360 has been divided among A, B and C such that A gets ⅔ of what B gets and B gets ¼  of what C gets. B's share is:</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800"/>
              </a:spcBef>
              <a:spcAft>
                <a:spcPts val="0"/>
              </a:spcAft>
              <a:buClr>
                <a:srgbClr val="000000"/>
              </a:buClr>
              <a:buSzPts val="1400"/>
              <a:buFont typeface="Arial" panose="020B0604020202020204"/>
              <a:buNone/>
            </a:pP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317500" algn="l" rtl="0">
              <a:lnSpc>
                <a:spcPct val="100000"/>
              </a:lnSpc>
              <a:spcBef>
                <a:spcPts val="800"/>
              </a:spcBef>
              <a:spcAft>
                <a:spcPts val="0"/>
              </a:spcAft>
              <a:buClr>
                <a:schemeClr val="dk1"/>
              </a:buClr>
              <a:buSzPts val="1400"/>
              <a:buFont typeface="Arial" panose="020B0604020202020204"/>
              <a:buAutoNum type="alphaUcPeriod"/>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Rs. 120</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317500" algn="l" rtl="0">
              <a:lnSpc>
                <a:spcPct val="100000"/>
              </a:lnSpc>
              <a:spcBef>
                <a:spcPts val="0"/>
              </a:spcBef>
              <a:spcAft>
                <a:spcPts val="0"/>
              </a:spcAft>
              <a:buClr>
                <a:schemeClr val="dk1"/>
              </a:buClr>
              <a:buSzPts val="1400"/>
              <a:buFont typeface="Arial" panose="020B0604020202020204"/>
              <a:buAutoNum type="alphaUcPeriod"/>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Rs. 160</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317500" algn="l" rtl="0">
              <a:lnSpc>
                <a:spcPct val="100000"/>
              </a:lnSpc>
              <a:spcBef>
                <a:spcPts val="0"/>
              </a:spcBef>
              <a:spcAft>
                <a:spcPts val="0"/>
              </a:spcAft>
              <a:buClr>
                <a:schemeClr val="dk1"/>
              </a:buClr>
              <a:buSzPts val="1400"/>
              <a:buFont typeface="Arial" panose="020B0604020202020204"/>
              <a:buAutoNum type="alphaUcPeriod"/>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Rs. 240</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317500" algn="l" rtl="0">
              <a:lnSpc>
                <a:spcPct val="100000"/>
              </a:lnSpc>
              <a:spcBef>
                <a:spcPts val="0"/>
              </a:spcBef>
              <a:spcAft>
                <a:spcPts val="0"/>
              </a:spcAft>
              <a:buClr>
                <a:schemeClr val="dk1"/>
              </a:buClr>
              <a:buSzPts val="1400"/>
              <a:buFont typeface="Arial" panose="020B0604020202020204"/>
              <a:buAutoNum type="alphaUcPeriod"/>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Rs. 300</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p:txBody>
      </p:sp>
      <p:sp>
        <p:nvSpPr>
          <p:cNvPr id="190" name="Google Shape;190;p15"/>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1" i="0" u="none" strike="noStrike" cap="none">
                <a:solidFill>
                  <a:srgbClr val="000000"/>
                </a:solidFill>
                <a:latin typeface="Arial" panose="020B0604020202020204"/>
                <a:ea typeface="Arial" panose="020B0604020202020204"/>
                <a:cs typeface="Arial" panose="020B0604020202020204"/>
                <a:sym typeface="Arial" panose="020B0604020202020204"/>
              </a:rPr>
              <a:t>Answer: C</a:t>
            </a: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9">
                                            <p:txEl>
                                              <p:pRg st="0" end="0"/>
                                            </p:txEl>
                                          </p:spTgt>
                                        </p:tgtEl>
                                        <p:attrNameLst>
                                          <p:attrName>style.visibility</p:attrName>
                                        </p:attrNameLst>
                                      </p:cBhvr>
                                      <p:to>
                                        <p:strVal val="visible"/>
                                      </p:to>
                                    </p:set>
                                    <p:animEffect transition="in" filter="fade">
                                      <p:cBhvr>
                                        <p:cTn id="7" dur="1000"/>
                                        <p:tgtEl>
                                          <p:spTgt spid="18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9">
                                            <p:txEl>
                                              <p:pRg st="1" end="1"/>
                                            </p:txEl>
                                          </p:spTgt>
                                        </p:tgtEl>
                                        <p:attrNameLst>
                                          <p:attrName>style.visibility</p:attrName>
                                        </p:attrNameLst>
                                      </p:cBhvr>
                                      <p:to>
                                        <p:strVal val="visible"/>
                                      </p:to>
                                    </p:set>
                                    <p:animEffect transition="in" filter="fade">
                                      <p:cBhvr>
                                        <p:cTn id="12" dur="1000"/>
                                        <p:tgtEl>
                                          <p:spTgt spid="18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9">
                                            <p:txEl>
                                              <p:pRg st="2" end="2"/>
                                            </p:txEl>
                                          </p:spTgt>
                                        </p:tgtEl>
                                        <p:attrNameLst>
                                          <p:attrName>style.visibility</p:attrName>
                                        </p:attrNameLst>
                                      </p:cBhvr>
                                      <p:to>
                                        <p:strVal val="visible"/>
                                      </p:to>
                                    </p:set>
                                    <p:animEffect transition="in" filter="fade">
                                      <p:cBhvr>
                                        <p:cTn id="17" dur="1000"/>
                                        <p:tgtEl>
                                          <p:spTgt spid="18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9">
                                            <p:txEl>
                                              <p:pRg st="3" end="3"/>
                                            </p:txEl>
                                          </p:spTgt>
                                        </p:tgtEl>
                                        <p:attrNameLst>
                                          <p:attrName>style.visibility</p:attrName>
                                        </p:attrNameLst>
                                      </p:cBhvr>
                                      <p:to>
                                        <p:strVal val="visible"/>
                                      </p:to>
                                    </p:set>
                                    <p:animEffect transition="in" filter="fade">
                                      <p:cBhvr>
                                        <p:cTn id="22" dur="1000"/>
                                        <p:tgtEl>
                                          <p:spTgt spid="18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9">
                                            <p:txEl>
                                              <p:pRg st="4" end="4"/>
                                            </p:txEl>
                                          </p:spTgt>
                                        </p:tgtEl>
                                        <p:attrNameLst>
                                          <p:attrName>style.visibility</p:attrName>
                                        </p:attrNameLst>
                                      </p:cBhvr>
                                      <p:to>
                                        <p:strVal val="visible"/>
                                      </p:to>
                                    </p:set>
                                    <p:animEffect transition="in" filter="fade">
                                      <p:cBhvr>
                                        <p:cTn id="27" dur="1000"/>
                                        <p:tgtEl>
                                          <p:spTgt spid="18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9">
                                            <p:txEl>
                                              <p:pRg st="5" end="5"/>
                                            </p:txEl>
                                          </p:spTgt>
                                        </p:tgtEl>
                                        <p:attrNameLst>
                                          <p:attrName>style.visibility</p:attrName>
                                        </p:attrNameLst>
                                      </p:cBhvr>
                                      <p:to>
                                        <p:strVal val="visible"/>
                                      </p:to>
                                    </p:set>
                                    <p:animEffect transition="in" filter="fade">
                                      <p:cBhvr>
                                        <p:cTn id="32" dur="1000"/>
                                        <p:tgtEl>
                                          <p:spTgt spid="18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0"/>
                                        </p:tgtEl>
                                        <p:attrNameLst>
                                          <p:attrName>style.visibility</p:attrName>
                                        </p:attrNameLst>
                                      </p:cBhvr>
                                      <p:to>
                                        <p:strVal val="visible"/>
                                      </p:to>
                                    </p:set>
                                    <p:animEffect transition="in" filter="fade">
                                      <p:cBhvr>
                                        <p:cTn id="37" dur="1000"/>
                                        <p:tgtEl>
                                          <p:spTgt spid="1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94" name="Shape 194"/>
        <p:cNvGrpSpPr/>
        <p:nvPr/>
      </p:nvGrpSpPr>
      <p:grpSpPr>
        <a:xfrm>
          <a:off x="0" y="0"/>
          <a:ext cx="0" cy="0"/>
          <a:chOff x="0" y="0"/>
          <a:chExt cx="0" cy="0"/>
        </a:xfrm>
      </p:grpSpPr>
      <p:pic>
        <p:nvPicPr>
          <p:cNvPr id="195" name="Google Shape;195;p16"/>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196" name="Google Shape;196;p16"/>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197" name="Google Shape;197;p16"/>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8" name="Google Shape;198;p16"/>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Explanation:</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199" name="Google Shape;199;p16"/>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Let C's share = Rs.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endParaRPr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Then, B's share = Rs. x/4 ,  A's share = Rs. ( ⅔ * x/4 ) = Rs. x/6 </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x/4 + x/6 + x =  1360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17x/12 = 1360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 = (1360 * 12) / 17 =  Rs. 960.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15000"/>
              </a:lnSpc>
              <a:spcBef>
                <a:spcPts val="800"/>
              </a:spcBef>
              <a:spcAft>
                <a:spcPts val="0"/>
              </a:spcAft>
              <a:buClr>
                <a:srgbClr val="000000"/>
              </a:buClr>
              <a:buSzPts val="1400"/>
              <a:buFont typeface="Arial" panose="020B0604020202020204"/>
              <a:buNone/>
            </a:pPr>
            <a:r>
              <a:rPr lang="en-GB" sz="1400" b="0" i="0" u="none" strike="noStrike" cap="none">
                <a:solidFill>
                  <a:srgbClr val="000000"/>
                </a:solidFill>
                <a:highlight>
                  <a:srgbClr val="FFFFFF"/>
                </a:highlight>
                <a:latin typeface="Roboto" panose="02000000000000000000"/>
                <a:ea typeface="Roboto" panose="02000000000000000000"/>
                <a:cs typeface="Roboto" panose="02000000000000000000"/>
                <a:sym typeface="Roboto" panose="02000000000000000000"/>
              </a:rPr>
              <a:t>Hence, B's share = Rs.(960/4) = Rs. 240.</a:t>
            </a:r>
            <a:endParaRPr sz="1400" b="0" i="0" u="none" strike="noStrike" cap="none">
              <a:solidFill>
                <a:srgbClr val="000000"/>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15000"/>
              </a:lnSpc>
              <a:spcBef>
                <a:spcPts val="0"/>
              </a:spcBef>
              <a:spcAft>
                <a:spcPts val="0"/>
              </a:spcAft>
              <a:buClr>
                <a:srgbClr val="000000"/>
              </a:buClr>
              <a:buSzPts val="1400"/>
              <a:buFont typeface="Arial" panose="020B0604020202020204"/>
              <a:buNone/>
            </a:pPr>
            <a:endParaRPr sz="1400" b="0" i="0" u="none" strike="noStrike" cap="none">
              <a:solidFill>
                <a:srgbClr val="000000"/>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800"/>
              </a:spcAft>
              <a:buClr>
                <a:srgbClr val="000000"/>
              </a:buClr>
              <a:buSzPts val="1400"/>
              <a:buFont typeface="Arial" panose="020B0604020202020204"/>
              <a:buNone/>
            </a:pP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03" name="Shape 203"/>
        <p:cNvGrpSpPr/>
        <p:nvPr/>
      </p:nvGrpSpPr>
      <p:grpSpPr>
        <a:xfrm>
          <a:off x="0" y="0"/>
          <a:ext cx="0" cy="0"/>
          <a:chOff x="0" y="0"/>
          <a:chExt cx="0" cy="0"/>
        </a:xfrm>
      </p:grpSpPr>
      <p:pic>
        <p:nvPicPr>
          <p:cNvPr id="204" name="Google Shape;204;p17"/>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205" name="Google Shape;205;p17"/>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206" name="Google Shape;206;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7" name="Google Shape;207;p1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Question: 07</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208" name="Google Shape;208;p17"/>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One-third of Rahul's savings in National Savings Certificate is equal to one-half of his savings in Public Provident Fund. If he has Rs. 1,50,000 as total savings, how much has he saved in Public Provident Fund?</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80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Rs. 30,000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Rs. 50,000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Rs. 60,000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Rs. 90,000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p:txBody>
      </p:sp>
      <p:sp>
        <p:nvSpPr>
          <p:cNvPr id="209" name="Google Shape;209;p17"/>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1" i="0" u="none" strike="noStrike" cap="none">
                <a:solidFill>
                  <a:srgbClr val="000000"/>
                </a:solidFill>
                <a:latin typeface="Arial" panose="020B0604020202020204"/>
                <a:ea typeface="Arial" panose="020B0604020202020204"/>
                <a:cs typeface="Arial" panose="020B0604020202020204"/>
                <a:sym typeface="Arial" panose="020B0604020202020204"/>
              </a:rPr>
              <a:t>Answer: C </a:t>
            </a: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8">
                                            <p:txEl>
                                              <p:pRg st="0" end="0"/>
                                            </p:txEl>
                                          </p:spTgt>
                                        </p:tgtEl>
                                        <p:attrNameLst>
                                          <p:attrName>style.visibility</p:attrName>
                                        </p:attrNameLst>
                                      </p:cBhvr>
                                      <p:to>
                                        <p:strVal val="visible"/>
                                      </p:to>
                                    </p:set>
                                    <p:animEffect transition="in" filter="fade">
                                      <p:cBhvr>
                                        <p:cTn id="7" dur="1000"/>
                                        <p:tgtEl>
                                          <p:spTgt spid="20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8">
                                            <p:txEl>
                                              <p:pRg st="1" end="1"/>
                                            </p:txEl>
                                          </p:spTgt>
                                        </p:tgtEl>
                                        <p:attrNameLst>
                                          <p:attrName>style.visibility</p:attrName>
                                        </p:attrNameLst>
                                      </p:cBhvr>
                                      <p:to>
                                        <p:strVal val="visible"/>
                                      </p:to>
                                    </p:set>
                                    <p:animEffect transition="in" filter="fade">
                                      <p:cBhvr>
                                        <p:cTn id="12" dur="1000"/>
                                        <p:tgtEl>
                                          <p:spTgt spid="20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8">
                                            <p:txEl>
                                              <p:pRg st="2" end="2"/>
                                            </p:txEl>
                                          </p:spTgt>
                                        </p:tgtEl>
                                        <p:attrNameLst>
                                          <p:attrName>style.visibility</p:attrName>
                                        </p:attrNameLst>
                                      </p:cBhvr>
                                      <p:to>
                                        <p:strVal val="visible"/>
                                      </p:to>
                                    </p:set>
                                    <p:animEffect transition="in" filter="fade">
                                      <p:cBhvr>
                                        <p:cTn id="17" dur="1000"/>
                                        <p:tgtEl>
                                          <p:spTgt spid="20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8">
                                            <p:txEl>
                                              <p:pRg st="3" end="3"/>
                                            </p:txEl>
                                          </p:spTgt>
                                        </p:tgtEl>
                                        <p:attrNameLst>
                                          <p:attrName>style.visibility</p:attrName>
                                        </p:attrNameLst>
                                      </p:cBhvr>
                                      <p:to>
                                        <p:strVal val="visible"/>
                                      </p:to>
                                    </p:set>
                                    <p:animEffect transition="in" filter="fade">
                                      <p:cBhvr>
                                        <p:cTn id="22" dur="1000"/>
                                        <p:tgtEl>
                                          <p:spTgt spid="20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8">
                                            <p:txEl>
                                              <p:pRg st="4" end="4"/>
                                            </p:txEl>
                                          </p:spTgt>
                                        </p:tgtEl>
                                        <p:attrNameLst>
                                          <p:attrName>style.visibility</p:attrName>
                                        </p:attrNameLst>
                                      </p:cBhvr>
                                      <p:to>
                                        <p:strVal val="visible"/>
                                      </p:to>
                                    </p:set>
                                    <p:animEffect transition="in" filter="fade">
                                      <p:cBhvr>
                                        <p:cTn id="27" dur="1000"/>
                                        <p:tgtEl>
                                          <p:spTgt spid="20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8">
                                            <p:txEl>
                                              <p:pRg st="5" end="5"/>
                                            </p:txEl>
                                          </p:spTgt>
                                        </p:tgtEl>
                                        <p:attrNameLst>
                                          <p:attrName>style.visibility</p:attrName>
                                        </p:attrNameLst>
                                      </p:cBhvr>
                                      <p:to>
                                        <p:strVal val="visible"/>
                                      </p:to>
                                    </p:set>
                                    <p:animEffect transition="in" filter="fade">
                                      <p:cBhvr>
                                        <p:cTn id="32" dur="1000"/>
                                        <p:tgtEl>
                                          <p:spTgt spid="20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9"/>
                                        </p:tgtEl>
                                        <p:attrNameLst>
                                          <p:attrName>style.visibility</p:attrName>
                                        </p:attrNameLst>
                                      </p:cBhvr>
                                      <p:to>
                                        <p:strVal val="visible"/>
                                      </p:to>
                                    </p:set>
                                    <p:animEffect transition="in" filter="fade">
                                      <p:cBhvr>
                                        <p:cTn id="37" dur="1000"/>
                                        <p:tgtEl>
                                          <p:spTgt spid="2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13" name="Shape 213"/>
        <p:cNvGrpSpPr/>
        <p:nvPr/>
      </p:nvGrpSpPr>
      <p:grpSpPr>
        <a:xfrm>
          <a:off x="0" y="0"/>
          <a:ext cx="0" cy="0"/>
          <a:chOff x="0" y="0"/>
          <a:chExt cx="0" cy="0"/>
        </a:xfrm>
      </p:grpSpPr>
      <p:pic>
        <p:nvPicPr>
          <p:cNvPr id="214" name="Google Shape;214;p18"/>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215" name="Google Shape;215;p18"/>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216" name="Google Shape;216;p18"/>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7" name="Google Shape;217;p18"/>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Explanation:</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218" name="Google Shape;218;p18"/>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457200" marR="0" lvl="0" indent="0" algn="l" rtl="0">
              <a:lnSpc>
                <a:spcPct val="100000"/>
              </a:lnSpc>
              <a:spcBef>
                <a:spcPts val="0"/>
              </a:spcBef>
              <a:spcAft>
                <a:spcPts val="80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19" name="Google Shape;219;p18"/>
          <p:cNvPicPr preferRelativeResize="0"/>
          <p:nvPr/>
        </p:nvPicPr>
        <p:blipFill rotWithShape="1">
          <a:blip r:embed="rId3"/>
          <a:srcRect/>
          <a:stretch>
            <a:fillRect/>
          </a:stretch>
        </p:blipFill>
        <p:spPr>
          <a:xfrm>
            <a:off x="327588" y="1053213"/>
            <a:ext cx="5267325" cy="24288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223" name="Shape 223"/>
        <p:cNvGrpSpPr/>
        <p:nvPr/>
      </p:nvGrpSpPr>
      <p:grpSpPr>
        <a:xfrm>
          <a:off x="0" y="0"/>
          <a:ext cx="0" cy="0"/>
          <a:chOff x="0" y="0"/>
          <a:chExt cx="0" cy="0"/>
        </a:xfrm>
      </p:grpSpPr>
      <p:pic>
        <p:nvPicPr>
          <p:cNvPr id="224" name="Google Shape;224;p19"/>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225" name="Google Shape;225;p19"/>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226" name="Google Shape;226;p19"/>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7" name="Google Shape;227;p19"/>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Question: 08</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228" name="Google Shape;228;p19"/>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A fires 5 shots to B's 3 but A kills only once in 3 shots while B kills once in 2 shots. When B has missed 27 times, A has killed</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80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30 Birds</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60 Birds</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72 Birds</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90 Birds</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p:txBody>
      </p:sp>
      <p:sp>
        <p:nvSpPr>
          <p:cNvPr id="229" name="Google Shape;229;p19"/>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1" i="0" u="none" strike="noStrike" cap="none">
                <a:solidFill>
                  <a:srgbClr val="000000"/>
                </a:solidFill>
                <a:latin typeface="Arial" panose="020B0604020202020204"/>
                <a:ea typeface="Arial" panose="020B0604020202020204"/>
                <a:cs typeface="Arial" panose="020B0604020202020204"/>
                <a:sym typeface="Arial" panose="020B0604020202020204"/>
              </a:rPr>
              <a:t>Answer: A</a:t>
            </a: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8">
                                            <p:txEl>
                                              <p:pRg st="0" end="0"/>
                                            </p:txEl>
                                          </p:spTgt>
                                        </p:tgtEl>
                                        <p:attrNameLst>
                                          <p:attrName>style.visibility</p:attrName>
                                        </p:attrNameLst>
                                      </p:cBhvr>
                                      <p:to>
                                        <p:strVal val="visible"/>
                                      </p:to>
                                    </p:set>
                                    <p:animEffect transition="in" filter="fade">
                                      <p:cBhvr>
                                        <p:cTn id="7" dur="1000"/>
                                        <p:tgtEl>
                                          <p:spTgt spid="2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8">
                                            <p:txEl>
                                              <p:pRg st="1" end="1"/>
                                            </p:txEl>
                                          </p:spTgt>
                                        </p:tgtEl>
                                        <p:attrNameLst>
                                          <p:attrName>style.visibility</p:attrName>
                                        </p:attrNameLst>
                                      </p:cBhvr>
                                      <p:to>
                                        <p:strVal val="visible"/>
                                      </p:to>
                                    </p:set>
                                    <p:animEffect transition="in" filter="fade">
                                      <p:cBhvr>
                                        <p:cTn id="12" dur="1000"/>
                                        <p:tgtEl>
                                          <p:spTgt spid="22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8">
                                            <p:txEl>
                                              <p:pRg st="2" end="2"/>
                                            </p:txEl>
                                          </p:spTgt>
                                        </p:tgtEl>
                                        <p:attrNameLst>
                                          <p:attrName>style.visibility</p:attrName>
                                        </p:attrNameLst>
                                      </p:cBhvr>
                                      <p:to>
                                        <p:strVal val="visible"/>
                                      </p:to>
                                    </p:set>
                                    <p:animEffect transition="in" filter="fade">
                                      <p:cBhvr>
                                        <p:cTn id="17" dur="1000"/>
                                        <p:tgtEl>
                                          <p:spTgt spid="22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8">
                                            <p:txEl>
                                              <p:pRg st="3" end="3"/>
                                            </p:txEl>
                                          </p:spTgt>
                                        </p:tgtEl>
                                        <p:attrNameLst>
                                          <p:attrName>style.visibility</p:attrName>
                                        </p:attrNameLst>
                                      </p:cBhvr>
                                      <p:to>
                                        <p:strVal val="visible"/>
                                      </p:to>
                                    </p:set>
                                    <p:animEffect transition="in" filter="fade">
                                      <p:cBhvr>
                                        <p:cTn id="22" dur="1000"/>
                                        <p:tgtEl>
                                          <p:spTgt spid="22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8">
                                            <p:txEl>
                                              <p:pRg st="4" end="4"/>
                                            </p:txEl>
                                          </p:spTgt>
                                        </p:tgtEl>
                                        <p:attrNameLst>
                                          <p:attrName>style.visibility</p:attrName>
                                        </p:attrNameLst>
                                      </p:cBhvr>
                                      <p:to>
                                        <p:strVal val="visible"/>
                                      </p:to>
                                    </p:set>
                                    <p:animEffect transition="in" filter="fade">
                                      <p:cBhvr>
                                        <p:cTn id="27" dur="1000"/>
                                        <p:tgtEl>
                                          <p:spTgt spid="22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28">
                                            <p:txEl>
                                              <p:pRg st="5" end="5"/>
                                            </p:txEl>
                                          </p:spTgt>
                                        </p:tgtEl>
                                        <p:attrNameLst>
                                          <p:attrName>style.visibility</p:attrName>
                                        </p:attrNameLst>
                                      </p:cBhvr>
                                      <p:to>
                                        <p:strVal val="visible"/>
                                      </p:to>
                                    </p:set>
                                    <p:animEffect transition="in" filter="fade">
                                      <p:cBhvr>
                                        <p:cTn id="32" dur="1000"/>
                                        <p:tgtEl>
                                          <p:spTgt spid="22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29"/>
                                        </p:tgtEl>
                                        <p:attrNameLst>
                                          <p:attrName>style.visibility</p:attrName>
                                        </p:attrNameLst>
                                      </p:cBhvr>
                                      <p:to>
                                        <p:strVal val="visible"/>
                                      </p:to>
                                    </p:set>
                                    <p:animEffect transition="in" filter="fade">
                                      <p:cBhvr>
                                        <p:cTn id="37" dur="1000"/>
                                        <p:tgtEl>
                                          <p:spTgt spid="2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233" name="Shape 233"/>
        <p:cNvGrpSpPr/>
        <p:nvPr/>
      </p:nvGrpSpPr>
      <p:grpSpPr>
        <a:xfrm>
          <a:off x="0" y="0"/>
          <a:ext cx="0" cy="0"/>
          <a:chOff x="0" y="0"/>
          <a:chExt cx="0" cy="0"/>
        </a:xfrm>
      </p:grpSpPr>
      <p:pic>
        <p:nvPicPr>
          <p:cNvPr id="234" name="Google Shape;234;p20"/>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235" name="Google Shape;235;p20"/>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236" name="Google Shape;236;p20"/>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7" name="Google Shape;237;p20"/>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Explanation:</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238" name="Google Shape;238;p20"/>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457200" marR="0" lvl="0" indent="0" algn="l" rtl="0">
              <a:lnSpc>
                <a:spcPct val="100000"/>
              </a:lnSpc>
              <a:spcBef>
                <a:spcPts val="0"/>
              </a:spcBef>
              <a:spcAft>
                <a:spcPts val="80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39" name="Google Shape;239;p20"/>
          <p:cNvPicPr preferRelativeResize="0"/>
          <p:nvPr/>
        </p:nvPicPr>
        <p:blipFill rotWithShape="1">
          <a:blip r:embed="rId3"/>
          <a:srcRect/>
          <a:stretch>
            <a:fillRect/>
          </a:stretch>
        </p:blipFill>
        <p:spPr>
          <a:xfrm>
            <a:off x="389213" y="988400"/>
            <a:ext cx="3819525" cy="30289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243" name="Shape 243"/>
        <p:cNvGrpSpPr/>
        <p:nvPr/>
      </p:nvGrpSpPr>
      <p:grpSpPr>
        <a:xfrm>
          <a:off x="0" y="0"/>
          <a:ext cx="0" cy="0"/>
          <a:chOff x="0" y="0"/>
          <a:chExt cx="0" cy="0"/>
        </a:xfrm>
      </p:grpSpPr>
      <p:pic>
        <p:nvPicPr>
          <p:cNvPr id="244" name="Google Shape;244;p21"/>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245" name="Google Shape;245;p21"/>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246" name="Google Shape;246;p21"/>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7" name="Google Shape;247;p21"/>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Question: 09</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248" name="Google Shape;248;p21"/>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Eight people are planning to share equally the cost of a rental car. If one person withdraws from the arrangement and the others share equally the entire cost of the car, then the share of each of the remaining persons increased by:</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800"/>
              </a:spcBef>
              <a:spcAft>
                <a:spcPts val="0"/>
              </a:spcAft>
              <a:buClr>
                <a:srgbClr val="000000"/>
              </a:buClr>
              <a:buSzPts val="1400"/>
              <a:buFont typeface="Arial" panose="020B0604020202020204"/>
              <a:buNone/>
            </a:pP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317500" algn="l" rtl="0">
              <a:lnSpc>
                <a:spcPct val="100000"/>
              </a:lnSpc>
              <a:spcBef>
                <a:spcPts val="800"/>
              </a:spcBef>
              <a:spcAft>
                <a:spcPts val="0"/>
              </a:spcAft>
              <a:buClr>
                <a:schemeClr val="dk1"/>
              </a:buClr>
              <a:buSzPts val="1400"/>
              <a:buFont typeface="Arial" panose="020B0604020202020204"/>
              <a:buAutoNum type="alphaUcPeriod"/>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1/7</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317500" algn="l" rtl="0">
              <a:lnSpc>
                <a:spcPct val="100000"/>
              </a:lnSpc>
              <a:spcBef>
                <a:spcPts val="0"/>
              </a:spcBef>
              <a:spcAft>
                <a:spcPts val="0"/>
              </a:spcAft>
              <a:buClr>
                <a:schemeClr val="dk1"/>
              </a:buClr>
              <a:buSzPts val="1400"/>
              <a:buFont typeface="Arial" panose="020B0604020202020204"/>
              <a:buAutoNum type="alphaUcPeriod"/>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6/8</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317500" algn="l" rtl="0">
              <a:lnSpc>
                <a:spcPct val="100000"/>
              </a:lnSpc>
              <a:spcBef>
                <a:spcPts val="0"/>
              </a:spcBef>
              <a:spcAft>
                <a:spcPts val="0"/>
              </a:spcAft>
              <a:buClr>
                <a:schemeClr val="dk1"/>
              </a:buClr>
              <a:buSzPts val="1400"/>
              <a:buFont typeface="Arial" panose="020B0604020202020204"/>
              <a:buAutoNum type="alphaUcPeriod"/>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1/9</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317500" algn="l" rtl="0">
              <a:lnSpc>
                <a:spcPct val="100000"/>
              </a:lnSpc>
              <a:spcBef>
                <a:spcPts val="0"/>
              </a:spcBef>
              <a:spcAft>
                <a:spcPts val="0"/>
              </a:spcAft>
              <a:buClr>
                <a:schemeClr val="dk1"/>
              </a:buClr>
              <a:buSzPts val="1400"/>
              <a:buFont typeface="Arial" panose="020B0604020202020204"/>
              <a:buAutoNum type="alphaUcPeriod"/>
            </a:pPr>
            <a:r>
              <a:rPr lang="en-GB"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7/8</a:t>
            </a:r>
            <a:endParaRPr sz="14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457200" marR="0" lvl="0" indent="0" algn="l" rtl="0">
              <a:lnSpc>
                <a:spcPct val="100000"/>
              </a:lnSpc>
              <a:spcBef>
                <a:spcPts val="800"/>
              </a:spcBef>
              <a:spcAft>
                <a:spcPts val="800"/>
              </a:spcAft>
              <a:buClr>
                <a:srgbClr val="000000"/>
              </a:buClr>
              <a:buSzPts val="1050"/>
              <a:buFont typeface="Arial" panose="020B0604020202020204"/>
              <a:buNone/>
            </a:pPr>
            <a:endParaRPr sz="105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p:txBody>
      </p:sp>
      <p:sp>
        <p:nvSpPr>
          <p:cNvPr id="249" name="Google Shape;249;p21"/>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1" i="0" u="none" strike="noStrike" cap="none">
                <a:solidFill>
                  <a:srgbClr val="000000"/>
                </a:solidFill>
                <a:latin typeface="Arial" panose="020B0604020202020204"/>
                <a:ea typeface="Arial" panose="020B0604020202020204"/>
                <a:cs typeface="Arial" panose="020B0604020202020204"/>
                <a:sym typeface="Arial" panose="020B0604020202020204"/>
              </a:rPr>
              <a:t>Answer: A</a:t>
            </a: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8">
                                            <p:txEl>
                                              <p:pRg st="0" end="0"/>
                                            </p:txEl>
                                          </p:spTgt>
                                        </p:tgtEl>
                                        <p:attrNameLst>
                                          <p:attrName>style.visibility</p:attrName>
                                        </p:attrNameLst>
                                      </p:cBhvr>
                                      <p:to>
                                        <p:strVal val="visible"/>
                                      </p:to>
                                    </p:set>
                                    <p:animEffect transition="in" filter="fade">
                                      <p:cBhvr>
                                        <p:cTn id="7" dur="1000"/>
                                        <p:tgtEl>
                                          <p:spTgt spid="24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8">
                                            <p:txEl>
                                              <p:pRg st="1" end="1"/>
                                            </p:txEl>
                                          </p:spTgt>
                                        </p:tgtEl>
                                        <p:attrNameLst>
                                          <p:attrName>style.visibility</p:attrName>
                                        </p:attrNameLst>
                                      </p:cBhvr>
                                      <p:to>
                                        <p:strVal val="visible"/>
                                      </p:to>
                                    </p:set>
                                    <p:animEffect transition="in" filter="fade">
                                      <p:cBhvr>
                                        <p:cTn id="12" dur="1000"/>
                                        <p:tgtEl>
                                          <p:spTgt spid="24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8">
                                            <p:txEl>
                                              <p:pRg st="2" end="2"/>
                                            </p:txEl>
                                          </p:spTgt>
                                        </p:tgtEl>
                                        <p:attrNameLst>
                                          <p:attrName>style.visibility</p:attrName>
                                        </p:attrNameLst>
                                      </p:cBhvr>
                                      <p:to>
                                        <p:strVal val="visible"/>
                                      </p:to>
                                    </p:set>
                                    <p:animEffect transition="in" filter="fade">
                                      <p:cBhvr>
                                        <p:cTn id="17" dur="1000"/>
                                        <p:tgtEl>
                                          <p:spTgt spid="24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8">
                                            <p:txEl>
                                              <p:pRg st="3" end="3"/>
                                            </p:txEl>
                                          </p:spTgt>
                                        </p:tgtEl>
                                        <p:attrNameLst>
                                          <p:attrName>style.visibility</p:attrName>
                                        </p:attrNameLst>
                                      </p:cBhvr>
                                      <p:to>
                                        <p:strVal val="visible"/>
                                      </p:to>
                                    </p:set>
                                    <p:animEffect transition="in" filter="fade">
                                      <p:cBhvr>
                                        <p:cTn id="22" dur="1000"/>
                                        <p:tgtEl>
                                          <p:spTgt spid="24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8">
                                            <p:txEl>
                                              <p:pRg st="4" end="4"/>
                                            </p:txEl>
                                          </p:spTgt>
                                        </p:tgtEl>
                                        <p:attrNameLst>
                                          <p:attrName>style.visibility</p:attrName>
                                        </p:attrNameLst>
                                      </p:cBhvr>
                                      <p:to>
                                        <p:strVal val="visible"/>
                                      </p:to>
                                    </p:set>
                                    <p:animEffect transition="in" filter="fade">
                                      <p:cBhvr>
                                        <p:cTn id="27" dur="1000"/>
                                        <p:tgtEl>
                                          <p:spTgt spid="24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8">
                                            <p:txEl>
                                              <p:pRg st="5" end="5"/>
                                            </p:txEl>
                                          </p:spTgt>
                                        </p:tgtEl>
                                        <p:attrNameLst>
                                          <p:attrName>style.visibility</p:attrName>
                                        </p:attrNameLst>
                                      </p:cBhvr>
                                      <p:to>
                                        <p:strVal val="visible"/>
                                      </p:to>
                                    </p:set>
                                    <p:animEffect transition="in" filter="fade">
                                      <p:cBhvr>
                                        <p:cTn id="32" dur="1000"/>
                                        <p:tgtEl>
                                          <p:spTgt spid="24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8">
                                            <p:txEl>
                                              <p:pRg st="6" end="6"/>
                                            </p:txEl>
                                          </p:spTgt>
                                        </p:tgtEl>
                                        <p:attrNameLst>
                                          <p:attrName>style.visibility</p:attrName>
                                        </p:attrNameLst>
                                      </p:cBhvr>
                                      <p:to>
                                        <p:strVal val="visible"/>
                                      </p:to>
                                    </p:set>
                                    <p:animEffect transition="in" filter="fade">
                                      <p:cBhvr>
                                        <p:cTn id="37" dur="1000"/>
                                        <p:tgtEl>
                                          <p:spTgt spid="24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9"/>
                                        </p:tgtEl>
                                        <p:attrNameLst>
                                          <p:attrName>style.visibility</p:attrName>
                                        </p:attrNameLst>
                                      </p:cBhvr>
                                      <p:to>
                                        <p:strVal val="visible"/>
                                      </p:to>
                                    </p:set>
                                    <p:animEffect transition="in" filter="fade">
                                      <p:cBhvr>
                                        <p:cTn id="42" dur="1000"/>
                                        <p:tgtEl>
                                          <p:spTgt spid="2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253" name="Shape 253"/>
        <p:cNvGrpSpPr/>
        <p:nvPr/>
      </p:nvGrpSpPr>
      <p:grpSpPr>
        <a:xfrm>
          <a:off x="0" y="0"/>
          <a:ext cx="0" cy="0"/>
          <a:chOff x="0" y="0"/>
          <a:chExt cx="0" cy="0"/>
        </a:xfrm>
      </p:grpSpPr>
      <p:pic>
        <p:nvPicPr>
          <p:cNvPr id="254" name="Google Shape;254;p22"/>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255" name="Google Shape;255;p22"/>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256" name="Google Shape;256;p22"/>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7" name="Google Shape;257;p22"/>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Explanation:</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258" name="Google Shape;258;p22"/>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457200" marR="0" lvl="0" indent="0" algn="l" rtl="0">
              <a:lnSpc>
                <a:spcPct val="100000"/>
              </a:lnSpc>
              <a:spcBef>
                <a:spcPts val="0"/>
              </a:spcBef>
              <a:spcAft>
                <a:spcPts val="80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59" name="Google Shape;259;p22"/>
          <p:cNvPicPr preferRelativeResize="0"/>
          <p:nvPr/>
        </p:nvPicPr>
        <p:blipFill rotWithShape="1">
          <a:blip r:embed="rId3"/>
          <a:srcRect/>
          <a:stretch>
            <a:fillRect/>
          </a:stretch>
        </p:blipFill>
        <p:spPr>
          <a:xfrm>
            <a:off x="327601" y="1248637"/>
            <a:ext cx="4386775" cy="25084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263" name="Shape 263"/>
        <p:cNvGrpSpPr/>
        <p:nvPr/>
      </p:nvGrpSpPr>
      <p:grpSpPr>
        <a:xfrm>
          <a:off x="0" y="0"/>
          <a:ext cx="0" cy="0"/>
          <a:chOff x="0" y="0"/>
          <a:chExt cx="0" cy="0"/>
        </a:xfrm>
      </p:grpSpPr>
      <p:pic>
        <p:nvPicPr>
          <p:cNvPr id="264" name="Google Shape;264;p23"/>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265" name="Google Shape;265;p23"/>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266" name="Google Shape;266;p23"/>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7" name="Google Shape;267;p23"/>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Question: 10</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268" name="Google Shape;268;p23"/>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To fill a tank, 25 buckets of water is required. How many buckets of water will be required to fill the same tank if the capacity of the bucket is reduced to two-fifth of its present?</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80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10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32</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62.5</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75</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p:txBody>
      </p:sp>
      <p:sp>
        <p:nvSpPr>
          <p:cNvPr id="269" name="Google Shape;269;p23"/>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1" i="0" u="none" strike="noStrike" cap="none">
                <a:solidFill>
                  <a:srgbClr val="000000"/>
                </a:solidFill>
                <a:latin typeface="Arial" panose="020B0604020202020204"/>
                <a:ea typeface="Arial" panose="020B0604020202020204"/>
                <a:cs typeface="Arial" panose="020B0604020202020204"/>
                <a:sym typeface="Arial" panose="020B0604020202020204"/>
              </a:rPr>
              <a:t>Answer: C</a:t>
            </a: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8">
                                            <p:txEl>
                                              <p:pRg st="0" end="0"/>
                                            </p:txEl>
                                          </p:spTgt>
                                        </p:tgtEl>
                                        <p:attrNameLst>
                                          <p:attrName>style.visibility</p:attrName>
                                        </p:attrNameLst>
                                      </p:cBhvr>
                                      <p:to>
                                        <p:strVal val="visible"/>
                                      </p:to>
                                    </p:set>
                                    <p:animEffect transition="in" filter="fade">
                                      <p:cBhvr>
                                        <p:cTn id="7" dur="1000"/>
                                        <p:tgtEl>
                                          <p:spTgt spid="26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8">
                                            <p:txEl>
                                              <p:pRg st="1" end="1"/>
                                            </p:txEl>
                                          </p:spTgt>
                                        </p:tgtEl>
                                        <p:attrNameLst>
                                          <p:attrName>style.visibility</p:attrName>
                                        </p:attrNameLst>
                                      </p:cBhvr>
                                      <p:to>
                                        <p:strVal val="visible"/>
                                      </p:to>
                                    </p:set>
                                    <p:animEffect transition="in" filter="fade">
                                      <p:cBhvr>
                                        <p:cTn id="12" dur="1000"/>
                                        <p:tgtEl>
                                          <p:spTgt spid="26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8">
                                            <p:txEl>
                                              <p:pRg st="2" end="2"/>
                                            </p:txEl>
                                          </p:spTgt>
                                        </p:tgtEl>
                                        <p:attrNameLst>
                                          <p:attrName>style.visibility</p:attrName>
                                        </p:attrNameLst>
                                      </p:cBhvr>
                                      <p:to>
                                        <p:strVal val="visible"/>
                                      </p:to>
                                    </p:set>
                                    <p:animEffect transition="in" filter="fade">
                                      <p:cBhvr>
                                        <p:cTn id="17" dur="1000"/>
                                        <p:tgtEl>
                                          <p:spTgt spid="26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8">
                                            <p:txEl>
                                              <p:pRg st="3" end="3"/>
                                            </p:txEl>
                                          </p:spTgt>
                                        </p:tgtEl>
                                        <p:attrNameLst>
                                          <p:attrName>style.visibility</p:attrName>
                                        </p:attrNameLst>
                                      </p:cBhvr>
                                      <p:to>
                                        <p:strVal val="visible"/>
                                      </p:to>
                                    </p:set>
                                    <p:animEffect transition="in" filter="fade">
                                      <p:cBhvr>
                                        <p:cTn id="22" dur="1000"/>
                                        <p:tgtEl>
                                          <p:spTgt spid="26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8">
                                            <p:txEl>
                                              <p:pRg st="4" end="4"/>
                                            </p:txEl>
                                          </p:spTgt>
                                        </p:tgtEl>
                                        <p:attrNameLst>
                                          <p:attrName>style.visibility</p:attrName>
                                        </p:attrNameLst>
                                      </p:cBhvr>
                                      <p:to>
                                        <p:strVal val="visible"/>
                                      </p:to>
                                    </p:set>
                                    <p:animEffect transition="in" filter="fade">
                                      <p:cBhvr>
                                        <p:cTn id="27" dur="1000"/>
                                        <p:tgtEl>
                                          <p:spTgt spid="26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8">
                                            <p:txEl>
                                              <p:pRg st="5" end="5"/>
                                            </p:txEl>
                                          </p:spTgt>
                                        </p:tgtEl>
                                        <p:attrNameLst>
                                          <p:attrName>style.visibility</p:attrName>
                                        </p:attrNameLst>
                                      </p:cBhvr>
                                      <p:to>
                                        <p:strVal val="visible"/>
                                      </p:to>
                                    </p:set>
                                    <p:animEffect transition="in" filter="fade">
                                      <p:cBhvr>
                                        <p:cTn id="32" dur="1000"/>
                                        <p:tgtEl>
                                          <p:spTgt spid="26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9"/>
                                        </p:tgtEl>
                                        <p:attrNameLst>
                                          <p:attrName>style.visibility</p:attrName>
                                        </p:attrNameLst>
                                      </p:cBhvr>
                                      <p:to>
                                        <p:strVal val="visible"/>
                                      </p:to>
                                    </p:set>
                                    <p:animEffect transition="in" filter="fade">
                                      <p:cBhvr>
                                        <p:cTn id="37" dur="1000"/>
                                        <p:tgtEl>
                                          <p:spTgt spid="2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273" name="Shape 273"/>
        <p:cNvGrpSpPr/>
        <p:nvPr/>
      </p:nvGrpSpPr>
      <p:grpSpPr>
        <a:xfrm>
          <a:off x="0" y="0"/>
          <a:ext cx="0" cy="0"/>
          <a:chOff x="0" y="0"/>
          <a:chExt cx="0" cy="0"/>
        </a:xfrm>
      </p:grpSpPr>
      <p:pic>
        <p:nvPicPr>
          <p:cNvPr id="274" name="Google Shape;274;p24"/>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275" name="Google Shape;275;p24"/>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276" name="Google Shape;276;p24"/>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7" name="Google Shape;277;p24"/>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Explanation:</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278" name="Google Shape;278;p24"/>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457200" marR="0" lvl="0" indent="0" algn="l" rtl="0">
              <a:lnSpc>
                <a:spcPct val="100000"/>
              </a:lnSpc>
              <a:spcBef>
                <a:spcPts val="0"/>
              </a:spcBef>
              <a:spcAft>
                <a:spcPts val="80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79" name="Google Shape;279;p24"/>
          <p:cNvPicPr preferRelativeResize="0"/>
          <p:nvPr/>
        </p:nvPicPr>
        <p:blipFill rotWithShape="1">
          <a:blip r:embed="rId3"/>
          <a:srcRect/>
          <a:stretch>
            <a:fillRect/>
          </a:stretch>
        </p:blipFill>
        <p:spPr>
          <a:xfrm>
            <a:off x="327600" y="896538"/>
            <a:ext cx="5206225" cy="29908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283" name="Shape 283"/>
        <p:cNvGrpSpPr/>
        <p:nvPr/>
      </p:nvGrpSpPr>
      <p:grpSpPr>
        <a:xfrm>
          <a:off x="0" y="0"/>
          <a:ext cx="0" cy="0"/>
          <a:chOff x="0" y="0"/>
          <a:chExt cx="0" cy="0"/>
        </a:xfrm>
      </p:grpSpPr>
      <p:pic>
        <p:nvPicPr>
          <p:cNvPr id="284" name="Google Shape;284;p25"/>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285" name="Google Shape;285;p25"/>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286" name="Google Shape;286;p25"/>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7" name="Google Shape;287;p25"/>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Question: 11</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288" name="Google Shape;288;p25"/>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In a regular week, there are 5 working days and for each day, the working hours are 8. A man gets Rs. 2.40 per hour for regular work and Rs. 3.20 per hours for overtime. If he earns Rs. 432 in 4 weeks, then how many hours does he work for?</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80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160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175</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180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195</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p:txBody>
      </p:sp>
      <p:sp>
        <p:nvSpPr>
          <p:cNvPr id="289" name="Google Shape;289;p25"/>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1" i="0" u="none" strike="noStrike" cap="none">
                <a:solidFill>
                  <a:srgbClr val="000000"/>
                </a:solidFill>
                <a:latin typeface="Arial" panose="020B0604020202020204"/>
                <a:ea typeface="Arial" panose="020B0604020202020204"/>
                <a:cs typeface="Arial" panose="020B0604020202020204"/>
                <a:sym typeface="Arial" panose="020B0604020202020204"/>
              </a:rPr>
              <a:t>Answer: B</a:t>
            </a: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8">
                                            <p:txEl>
                                              <p:pRg st="0" end="0"/>
                                            </p:txEl>
                                          </p:spTgt>
                                        </p:tgtEl>
                                        <p:attrNameLst>
                                          <p:attrName>style.visibility</p:attrName>
                                        </p:attrNameLst>
                                      </p:cBhvr>
                                      <p:to>
                                        <p:strVal val="visible"/>
                                      </p:to>
                                    </p:set>
                                    <p:animEffect transition="in" filter="fade">
                                      <p:cBhvr>
                                        <p:cTn id="7" dur="1000"/>
                                        <p:tgtEl>
                                          <p:spTgt spid="2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8">
                                            <p:txEl>
                                              <p:pRg st="1" end="1"/>
                                            </p:txEl>
                                          </p:spTgt>
                                        </p:tgtEl>
                                        <p:attrNameLst>
                                          <p:attrName>style.visibility</p:attrName>
                                        </p:attrNameLst>
                                      </p:cBhvr>
                                      <p:to>
                                        <p:strVal val="visible"/>
                                      </p:to>
                                    </p:set>
                                    <p:animEffect transition="in" filter="fade">
                                      <p:cBhvr>
                                        <p:cTn id="12" dur="1000"/>
                                        <p:tgtEl>
                                          <p:spTgt spid="28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8">
                                            <p:txEl>
                                              <p:pRg st="2" end="2"/>
                                            </p:txEl>
                                          </p:spTgt>
                                        </p:tgtEl>
                                        <p:attrNameLst>
                                          <p:attrName>style.visibility</p:attrName>
                                        </p:attrNameLst>
                                      </p:cBhvr>
                                      <p:to>
                                        <p:strVal val="visible"/>
                                      </p:to>
                                    </p:set>
                                    <p:animEffect transition="in" filter="fade">
                                      <p:cBhvr>
                                        <p:cTn id="17" dur="1000"/>
                                        <p:tgtEl>
                                          <p:spTgt spid="28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8">
                                            <p:txEl>
                                              <p:pRg st="3" end="3"/>
                                            </p:txEl>
                                          </p:spTgt>
                                        </p:tgtEl>
                                        <p:attrNameLst>
                                          <p:attrName>style.visibility</p:attrName>
                                        </p:attrNameLst>
                                      </p:cBhvr>
                                      <p:to>
                                        <p:strVal val="visible"/>
                                      </p:to>
                                    </p:set>
                                    <p:animEffect transition="in" filter="fade">
                                      <p:cBhvr>
                                        <p:cTn id="22" dur="1000"/>
                                        <p:tgtEl>
                                          <p:spTgt spid="28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8">
                                            <p:txEl>
                                              <p:pRg st="4" end="4"/>
                                            </p:txEl>
                                          </p:spTgt>
                                        </p:tgtEl>
                                        <p:attrNameLst>
                                          <p:attrName>style.visibility</p:attrName>
                                        </p:attrNameLst>
                                      </p:cBhvr>
                                      <p:to>
                                        <p:strVal val="visible"/>
                                      </p:to>
                                    </p:set>
                                    <p:animEffect transition="in" filter="fade">
                                      <p:cBhvr>
                                        <p:cTn id="27" dur="1000"/>
                                        <p:tgtEl>
                                          <p:spTgt spid="28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8">
                                            <p:txEl>
                                              <p:pRg st="5" end="5"/>
                                            </p:txEl>
                                          </p:spTgt>
                                        </p:tgtEl>
                                        <p:attrNameLst>
                                          <p:attrName>style.visibility</p:attrName>
                                        </p:attrNameLst>
                                      </p:cBhvr>
                                      <p:to>
                                        <p:strVal val="visible"/>
                                      </p:to>
                                    </p:set>
                                    <p:animEffect transition="in" filter="fade">
                                      <p:cBhvr>
                                        <p:cTn id="32" dur="1000"/>
                                        <p:tgtEl>
                                          <p:spTgt spid="28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9"/>
                                        </p:tgtEl>
                                        <p:attrNameLst>
                                          <p:attrName>style.visibility</p:attrName>
                                        </p:attrNameLst>
                                      </p:cBhvr>
                                      <p:to>
                                        <p:strVal val="visible"/>
                                      </p:to>
                                    </p:set>
                                    <p:animEffect transition="in" filter="fade">
                                      <p:cBhvr>
                                        <p:cTn id="37" dur="1000"/>
                                        <p:tgtEl>
                                          <p:spTgt spid="2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293" name="Shape 293"/>
        <p:cNvGrpSpPr/>
        <p:nvPr/>
      </p:nvGrpSpPr>
      <p:grpSpPr>
        <a:xfrm>
          <a:off x="0" y="0"/>
          <a:ext cx="0" cy="0"/>
          <a:chOff x="0" y="0"/>
          <a:chExt cx="0" cy="0"/>
        </a:xfrm>
      </p:grpSpPr>
      <p:pic>
        <p:nvPicPr>
          <p:cNvPr id="294" name="Google Shape;294;p26"/>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295" name="Google Shape;295;p26"/>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296" name="Google Shape;296;p26"/>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7" name="Google Shape;297;p26"/>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Explanation:</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298" name="Google Shape;298;p26"/>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70000"/>
              </a:lnSpc>
              <a:spcBef>
                <a:spcPts val="800"/>
              </a:spcBef>
              <a:spcAft>
                <a:spcPts val="0"/>
              </a:spcAft>
              <a:buClr>
                <a:schemeClr val="dk1"/>
              </a:buClr>
              <a:buSzPts val="11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Suppose the man works overtime for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hours.</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7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Now, working hours in 4 weeks = (5 x 8 x 4) = 160.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7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160 x 2.40 +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3.20 = 432</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7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3.20</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432 - 384 = 48</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70000"/>
              </a:lnSpc>
              <a:spcBef>
                <a:spcPts val="800"/>
              </a:spcBef>
              <a:spcAft>
                <a:spcPts val="0"/>
              </a:spcAft>
              <a:buClr>
                <a:srgbClr val="000000"/>
              </a:buClr>
              <a:buSzPts val="1400"/>
              <a:buFont typeface="Arial" panose="020B0604020202020204"/>
              <a:buNone/>
            </a:pP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15.</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70000"/>
              </a:lnSpc>
              <a:spcBef>
                <a:spcPts val="800"/>
              </a:spcBef>
              <a:spcAft>
                <a:spcPts val="800"/>
              </a:spcAft>
              <a:buClr>
                <a:schemeClr val="dk1"/>
              </a:buClr>
              <a:buSzPts val="11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Hence, total hours of work = (160 + 15) = 175.</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302" name="Shape 302"/>
        <p:cNvGrpSpPr/>
        <p:nvPr/>
      </p:nvGrpSpPr>
      <p:grpSpPr>
        <a:xfrm>
          <a:off x="0" y="0"/>
          <a:ext cx="0" cy="0"/>
          <a:chOff x="0" y="0"/>
          <a:chExt cx="0" cy="0"/>
        </a:xfrm>
      </p:grpSpPr>
      <p:pic>
        <p:nvPicPr>
          <p:cNvPr id="303" name="Google Shape;303;p27"/>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304" name="Google Shape;304;p27"/>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305" name="Google Shape;305;p2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6" name="Google Shape;306;p2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Question: 12</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307" name="Google Shape;307;p27"/>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Free notebooks were distributed equally among children of a class. The number of notebooks each child got was one-eighth of the number of children. Had the number of children been half, each child would have got 16 notebooks. Total how many notebooks were distributed?</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80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256</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432</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512</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640</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p:txBody>
      </p:sp>
      <p:sp>
        <p:nvSpPr>
          <p:cNvPr id="308" name="Google Shape;308;p27"/>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1" i="0" u="none" strike="noStrike" cap="none">
                <a:solidFill>
                  <a:srgbClr val="000000"/>
                </a:solidFill>
                <a:latin typeface="Arial" panose="020B0604020202020204"/>
                <a:ea typeface="Arial" panose="020B0604020202020204"/>
                <a:cs typeface="Arial" panose="020B0604020202020204"/>
                <a:sym typeface="Arial" panose="020B0604020202020204"/>
              </a:rPr>
              <a:t>Answer: C</a:t>
            </a: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
                                            <p:txEl>
                                              <p:pRg st="0" end="0"/>
                                            </p:txEl>
                                          </p:spTgt>
                                        </p:tgtEl>
                                        <p:attrNameLst>
                                          <p:attrName>style.visibility</p:attrName>
                                        </p:attrNameLst>
                                      </p:cBhvr>
                                      <p:to>
                                        <p:strVal val="visible"/>
                                      </p:to>
                                    </p:set>
                                    <p:animEffect transition="in" filter="fade">
                                      <p:cBhvr>
                                        <p:cTn id="7" dur="1000"/>
                                        <p:tgtEl>
                                          <p:spTgt spid="3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7">
                                            <p:txEl>
                                              <p:pRg st="1" end="1"/>
                                            </p:txEl>
                                          </p:spTgt>
                                        </p:tgtEl>
                                        <p:attrNameLst>
                                          <p:attrName>style.visibility</p:attrName>
                                        </p:attrNameLst>
                                      </p:cBhvr>
                                      <p:to>
                                        <p:strVal val="visible"/>
                                      </p:to>
                                    </p:set>
                                    <p:animEffect transition="in" filter="fade">
                                      <p:cBhvr>
                                        <p:cTn id="12" dur="1000"/>
                                        <p:tgtEl>
                                          <p:spTgt spid="3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7">
                                            <p:txEl>
                                              <p:pRg st="2" end="2"/>
                                            </p:txEl>
                                          </p:spTgt>
                                        </p:tgtEl>
                                        <p:attrNameLst>
                                          <p:attrName>style.visibility</p:attrName>
                                        </p:attrNameLst>
                                      </p:cBhvr>
                                      <p:to>
                                        <p:strVal val="visible"/>
                                      </p:to>
                                    </p:set>
                                    <p:animEffect transition="in" filter="fade">
                                      <p:cBhvr>
                                        <p:cTn id="17" dur="1000"/>
                                        <p:tgtEl>
                                          <p:spTgt spid="3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7">
                                            <p:txEl>
                                              <p:pRg st="3" end="3"/>
                                            </p:txEl>
                                          </p:spTgt>
                                        </p:tgtEl>
                                        <p:attrNameLst>
                                          <p:attrName>style.visibility</p:attrName>
                                        </p:attrNameLst>
                                      </p:cBhvr>
                                      <p:to>
                                        <p:strVal val="visible"/>
                                      </p:to>
                                    </p:set>
                                    <p:animEffect transition="in" filter="fade">
                                      <p:cBhvr>
                                        <p:cTn id="22" dur="1000"/>
                                        <p:tgtEl>
                                          <p:spTgt spid="30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7">
                                            <p:txEl>
                                              <p:pRg st="4" end="4"/>
                                            </p:txEl>
                                          </p:spTgt>
                                        </p:tgtEl>
                                        <p:attrNameLst>
                                          <p:attrName>style.visibility</p:attrName>
                                        </p:attrNameLst>
                                      </p:cBhvr>
                                      <p:to>
                                        <p:strVal val="visible"/>
                                      </p:to>
                                    </p:set>
                                    <p:animEffect transition="in" filter="fade">
                                      <p:cBhvr>
                                        <p:cTn id="27" dur="1000"/>
                                        <p:tgtEl>
                                          <p:spTgt spid="30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07">
                                            <p:txEl>
                                              <p:pRg st="5" end="5"/>
                                            </p:txEl>
                                          </p:spTgt>
                                        </p:tgtEl>
                                        <p:attrNameLst>
                                          <p:attrName>style.visibility</p:attrName>
                                        </p:attrNameLst>
                                      </p:cBhvr>
                                      <p:to>
                                        <p:strVal val="visible"/>
                                      </p:to>
                                    </p:set>
                                    <p:animEffect transition="in" filter="fade">
                                      <p:cBhvr>
                                        <p:cTn id="32" dur="1000"/>
                                        <p:tgtEl>
                                          <p:spTgt spid="30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8"/>
                                        </p:tgtEl>
                                        <p:attrNameLst>
                                          <p:attrName>style.visibility</p:attrName>
                                        </p:attrNameLst>
                                      </p:cBhvr>
                                      <p:to>
                                        <p:strVal val="visible"/>
                                      </p:to>
                                    </p:set>
                                    <p:animEffect transition="in" filter="fade">
                                      <p:cBhvr>
                                        <p:cTn id="37" dur="1000"/>
                                        <p:tgtEl>
                                          <p:spTgt spid="3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312" name="Shape 312"/>
        <p:cNvGrpSpPr/>
        <p:nvPr/>
      </p:nvGrpSpPr>
      <p:grpSpPr>
        <a:xfrm>
          <a:off x="0" y="0"/>
          <a:ext cx="0" cy="0"/>
          <a:chOff x="0" y="0"/>
          <a:chExt cx="0" cy="0"/>
        </a:xfrm>
      </p:grpSpPr>
      <p:pic>
        <p:nvPicPr>
          <p:cNvPr id="313" name="Google Shape;313;p28"/>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314" name="Google Shape;314;p28"/>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315" name="Google Shape;315;p28"/>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6" name="Google Shape;316;p28"/>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Explanation:</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317" name="Google Shape;317;p28"/>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457200" marR="0" lvl="0" indent="0" algn="l" rtl="0">
              <a:lnSpc>
                <a:spcPct val="100000"/>
              </a:lnSpc>
              <a:spcBef>
                <a:spcPts val="0"/>
              </a:spcBef>
              <a:spcAft>
                <a:spcPts val="80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318" name="Google Shape;318;p28"/>
          <p:cNvPicPr preferRelativeResize="0"/>
          <p:nvPr/>
        </p:nvPicPr>
        <p:blipFill rotWithShape="1">
          <a:blip r:embed="rId3"/>
          <a:srcRect/>
          <a:stretch>
            <a:fillRect/>
          </a:stretch>
        </p:blipFill>
        <p:spPr>
          <a:xfrm>
            <a:off x="328600" y="1231200"/>
            <a:ext cx="3800475" cy="12954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322" name="Shape 322"/>
        <p:cNvGrpSpPr/>
        <p:nvPr/>
      </p:nvGrpSpPr>
      <p:grpSpPr>
        <a:xfrm>
          <a:off x="0" y="0"/>
          <a:ext cx="0" cy="0"/>
          <a:chOff x="0" y="0"/>
          <a:chExt cx="0" cy="0"/>
        </a:xfrm>
      </p:grpSpPr>
      <p:pic>
        <p:nvPicPr>
          <p:cNvPr id="323" name="Google Shape;323;p29"/>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324" name="Google Shape;324;p29"/>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325" name="Google Shape;325;p29"/>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6" name="Google Shape;326;p29"/>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Question: 13</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327" name="Google Shape;327;p29"/>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A man has some hens and cows. If the number of heads be 48 and the number of feet equals 140, then the number of hens will be:</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80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22</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23</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24</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26</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p:txBody>
      </p:sp>
      <p:sp>
        <p:nvSpPr>
          <p:cNvPr id="328" name="Google Shape;328;p29"/>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1" i="0" u="none" strike="noStrike" cap="none">
                <a:solidFill>
                  <a:srgbClr val="000000"/>
                </a:solidFill>
                <a:latin typeface="Arial" panose="020B0604020202020204"/>
                <a:ea typeface="Arial" panose="020B0604020202020204"/>
                <a:cs typeface="Arial" panose="020B0604020202020204"/>
                <a:sym typeface="Arial" panose="020B0604020202020204"/>
              </a:rPr>
              <a:t>Answer: D</a:t>
            </a: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7">
                                            <p:txEl>
                                              <p:pRg st="0" end="0"/>
                                            </p:txEl>
                                          </p:spTgt>
                                        </p:tgtEl>
                                        <p:attrNameLst>
                                          <p:attrName>style.visibility</p:attrName>
                                        </p:attrNameLst>
                                      </p:cBhvr>
                                      <p:to>
                                        <p:strVal val="visible"/>
                                      </p:to>
                                    </p:set>
                                    <p:animEffect transition="in" filter="fade">
                                      <p:cBhvr>
                                        <p:cTn id="7" dur="1000"/>
                                        <p:tgtEl>
                                          <p:spTgt spid="3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7">
                                            <p:txEl>
                                              <p:pRg st="1" end="1"/>
                                            </p:txEl>
                                          </p:spTgt>
                                        </p:tgtEl>
                                        <p:attrNameLst>
                                          <p:attrName>style.visibility</p:attrName>
                                        </p:attrNameLst>
                                      </p:cBhvr>
                                      <p:to>
                                        <p:strVal val="visible"/>
                                      </p:to>
                                    </p:set>
                                    <p:animEffect transition="in" filter="fade">
                                      <p:cBhvr>
                                        <p:cTn id="12" dur="1000"/>
                                        <p:tgtEl>
                                          <p:spTgt spid="3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7">
                                            <p:txEl>
                                              <p:pRg st="2" end="2"/>
                                            </p:txEl>
                                          </p:spTgt>
                                        </p:tgtEl>
                                        <p:attrNameLst>
                                          <p:attrName>style.visibility</p:attrName>
                                        </p:attrNameLst>
                                      </p:cBhvr>
                                      <p:to>
                                        <p:strVal val="visible"/>
                                      </p:to>
                                    </p:set>
                                    <p:animEffect transition="in" filter="fade">
                                      <p:cBhvr>
                                        <p:cTn id="17" dur="1000"/>
                                        <p:tgtEl>
                                          <p:spTgt spid="3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7">
                                            <p:txEl>
                                              <p:pRg st="3" end="3"/>
                                            </p:txEl>
                                          </p:spTgt>
                                        </p:tgtEl>
                                        <p:attrNameLst>
                                          <p:attrName>style.visibility</p:attrName>
                                        </p:attrNameLst>
                                      </p:cBhvr>
                                      <p:to>
                                        <p:strVal val="visible"/>
                                      </p:to>
                                    </p:set>
                                    <p:animEffect transition="in" filter="fade">
                                      <p:cBhvr>
                                        <p:cTn id="22" dur="1000"/>
                                        <p:tgtEl>
                                          <p:spTgt spid="3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7">
                                            <p:txEl>
                                              <p:pRg st="4" end="4"/>
                                            </p:txEl>
                                          </p:spTgt>
                                        </p:tgtEl>
                                        <p:attrNameLst>
                                          <p:attrName>style.visibility</p:attrName>
                                        </p:attrNameLst>
                                      </p:cBhvr>
                                      <p:to>
                                        <p:strVal val="visible"/>
                                      </p:to>
                                    </p:set>
                                    <p:animEffect transition="in" filter="fade">
                                      <p:cBhvr>
                                        <p:cTn id="27" dur="1000"/>
                                        <p:tgtEl>
                                          <p:spTgt spid="32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27">
                                            <p:txEl>
                                              <p:pRg st="5" end="5"/>
                                            </p:txEl>
                                          </p:spTgt>
                                        </p:tgtEl>
                                        <p:attrNameLst>
                                          <p:attrName>style.visibility</p:attrName>
                                        </p:attrNameLst>
                                      </p:cBhvr>
                                      <p:to>
                                        <p:strVal val="visible"/>
                                      </p:to>
                                    </p:set>
                                    <p:animEffect transition="in" filter="fade">
                                      <p:cBhvr>
                                        <p:cTn id="32" dur="1000"/>
                                        <p:tgtEl>
                                          <p:spTgt spid="32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28"/>
                                        </p:tgtEl>
                                        <p:attrNameLst>
                                          <p:attrName>style.visibility</p:attrName>
                                        </p:attrNameLst>
                                      </p:cBhvr>
                                      <p:to>
                                        <p:strVal val="visible"/>
                                      </p:to>
                                    </p:set>
                                    <p:animEffect transition="in" filter="fade">
                                      <p:cBhvr>
                                        <p:cTn id="37" dur="1000"/>
                                        <p:tgtEl>
                                          <p:spTgt spid="3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332" name="Shape 332"/>
        <p:cNvGrpSpPr/>
        <p:nvPr/>
      </p:nvGrpSpPr>
      <p:grpSpPr>
        <a:xfrm>
          <a:off x="0" y="0"/>
          <a:ext cx="0" cy="0"/>
          <a:chOff x="0" y="0"/>
          <a:chExt cx="0" cy="0"/>
        </a:xfrm>
      </p:grpSpPr>
      <p:pic>
        <p:nvPicPr>
          <p:cNvPr id="333" name="Google Shape;333;p30"/>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334" name="Google Shape;334;p30"/>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335" name="Google Shape;335;p30"/>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6" name="Google Shape;336;p30"/>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Explanation:</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337" name="Google Shape;337;p30"/>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70000"/>
              </a:lnSpc>
              <a:spcBef>
                <a:spcPts val="800"/>
              </a:spcBef>
              <a:spcAft>
                <a:spcPts val="0"/>
              </a:spcAft>
              <a:buClr>
                <a:schemeClr val="dk1"/>
              </a:buClr>
              <a:buSzPts val="11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Let the number of hens be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and the number of cows be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y</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7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Then,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y</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48 .... (i)</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7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and 2</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+ 4</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y</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140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+ 2</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y</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70 .... (ii)</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70000"/>
              </a:lnSpc>
              <a:spcBef>
                <a:spcPts val="80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Solving (i) and (ii) we get: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x</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26, </a:t>
            </a:r>
            <a:r>
              <a:rPr lang="en-GB" sz="1400" b="0" i="1"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y</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 22.</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70000"/>
              </a:lnSpc>
              <a:spcBef>
                <a:spcPts val="800"/>
              </a:spcBef>
              <a:spcAft>
                <a:spcPts val="800"/>
              </a:spcAft>
              <a:buClr>
                <a:schemeClr val="dk1"/>
              </a:buClr>
              <a:buSzPts val="11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The required answer = 26.</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341" name="Shape 341"/>
        <p:cNvGrpSpPr/>
        <p:nvPr/>
      </p:nvGrpSpPr>
      <p:grpSpPr>
        <a:xfrm>
          <a:off x="0" y="0"/>
          <a:ext cx="0" cy="0"/>
          <a:chOff x="0" y="0"/>
          <a:chExt cx="0" cy="0"/>
        </a:xfrm>
      </p:grpSpPr>
      <p:pic>
        <p:nvPicPr>
          <p:cNvPr id="342" name="Google Shape;342;p31"/>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343" name="Google Shape;343;p31"/>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344" name="Google Shape;344;p31"/>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5" name="Google Shape;345;p31"/>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Question: 14</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346" name="Google Shape;346;p31"/>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David gets on the elevator at the 11</a:t>
            </a:r>
            <a:r>
              <a:rPr lang="en-GB" sz="1400" b="0" i="0" u="none" strike="noStrike" cap="none" baseline="30000">
                <a:solidFill>
                  <a:schemeClr val="dk1"/>
                </a:solidFill>
                <a:highlight>
                  <a:srgbClr val="FFFFFF"/>
                </a:highlight>
                <a:latin typeface="Roboto" panose="02000000000000000000"/>
                <a:ea typeface="Roboto" panose="02000000000000000000"/>
                <a:cs typeface="Roboto" panose="02000000000000000000"/>
                <a:sym typeface="Roboto" panose="02000000000000000000"/>
              </a:rPr>
              <a:t>th</a:t>
            </a: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 floor of a building and rides up at the rate of 57 floors per minute. At the same time, Albert gets on an elevator at the 51st floor of the same building and rides down at the rate of 63 floors per minute. If they continue travelling at these rates, then at which floor will their paths cross?</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80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19</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28 </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30 </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chemeClr val="dk1"/>
              </a:buClr>
              <a:buSzPts val="1400"/>
              <a:buFont typeface="Roboto" panose="02000000000000000000"/>
              <a:buAutoNum type="alphaUcPeriod"/>
            </a:pPr>
            <a:r>
              <a:rPr lang="en-GB"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rPr>
              <a:t>37</a:t>
            </a:r>
            <a:endParaRPr sz="1400" b="0" i="0" u="none" strike="noStrike" cap="none">
              <a:solidFill>
                <a:schemeClr val="dk1"/>
              </a:solidFill>
              <a:highlight>
                <a:srgbClr val="FFFFFF"/>
              </a:highlight>
              <a:latin typeface="Roboto" panose="02000000000000000000"/>
              <a:ea typeface="Roboto" panose="02000000000000000000"/>
              <a:cs typeface="Roboto" panose="02000000000000000000"/>
              <a:sym typeface="Roboto" panose="02000000000000000000"/>
            </a:endParaRPr>
          </a:p>
        </p:txBody>
      </p:sp>
      <p:sp>
        <p:nvSpPr>
          <p:cNvPr id="347" name="Google Shape;347;p31"/>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1" i="0" u="none" strike="noStrike" cap="none">
                <a:solidFill>
                  <a:srgbClr val="000000"/>
                </a:solidFill>
                <a:latin typeface="Arial" panose="020B0604020202020204"/>
                <a:ea typeface="Arial" panose="020B0604020202020204"/>
                <a:cs typeface="Arial" panose="020B0604020202020204"/>
                <a:sym typeface="Arial" panose="020B0604020202020204"/>
              </a:rPr>
              <a:t>Answer: C</a:t>
            </a: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6">
                                            <p:txEl>
                                              <p:pRg st="0" end="0"/>
                                            </p:txEl>
                                          </p:spTgt>
                                        </p:tgtEl>
                                        <p:attrNameLst>
                                          <p:attrName>style.visibility</p:attrName>
                                        </p:attrNameLst>
                                      </p:cBhvr>
                                      <p:to>
                                        <p:strVal val="visible"/>
                                      </p:to>
                                    </p:set>
                                    <p:animEffect transition="in" filter="fade">
                                      <p:cBhvr>
                                        <p:cTn id="7" dur="1000"/>
                                        <p:tgtEl>
                                          <p:spTgt spid="3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6">
                                            <p:txEl>
                                              <p:pRg st="1" end="1"/>
                                            </p:txEl>
                                          </p:spTgt>
                                        </p:tgtEl>
                                        <p:attrNameLst>
                                          <p:attrName>style.visibility</p:attrName>
                                        </p:attrNameLst>
                                      </p:cBhvr>
                                      <p:to>
                                        <p:strVal val="visible"/>
                                      </p:to>
                                    </p:set>
                                    <p:animEffect transition="in" filter="fade">
                                      <p:cBhvr>
                                        <p:cTn id="12" dur="1000"/>
                                        <p:tgtEl>
                                          <p:spTgt spid="34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6">
                                            <p:txEl>
                                              <p:pRg st="2" end="2"/>
                                            </p:txEl>
                                          </p:spTgt>
                                        </p:tgtEl>
                                        <p:attrNameLst>
                                          <p:attrName>style.visibility</p:attrName>
                                        </p:attrNameLst>
                                      </p:cBhvr>
                                      <p:to>
                                        <p:strVal val="visible"/>
                                      </p:to>
                                    </p:set>
                                    <p:animEffect transition="in" filter="fade">
                                      <p:cBhvr>
                                        <p:cTn id="17" dur="1000"/>
                                        <p:tgtEl>
                                          <p:spTgt spid="34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6">
                                            <p:txEl>
                                              <p:pRg st="3" end="3"/>
                                            </p:txEl>
                                          </p:spTgt>
                                        </p:tgtEl>
                                        <p:attrNameLst>
                                          <p:attrName>style.visibility</p:attrName>
                                        </p:attrNameLst>
                                      </p:cBhvr>
                                      <p:to>
                                        <p:strVal val="visible"/>
                                      </p:to>
                                    </p:set>
                                    <p:animEffect transition="in" filter="fade">
                                      <p:cBhvr>
                                        <p:cTn id="22" dur="1000"/>
                                        <p:tgtEl>
                                          <p:spTgt spid="34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6">
                                            <p:txEl>
                                              <p:pRg st="4" end="4"/>
                                            </p:txEl>
                                          </p:spTgt>
                                        </p:tgtEl>
                                        <p:attrNameLst>
                                          <p:attrName>style.visibility</p:attrName>
                                        </p:attrNameLst>
                                      </p:cBhvr>
                                      <p:to>
                                        <p:strVal val="visible"/>
                                      </p:to>
                                    </p:set>
                                    <p:animEffect transition="in" filter="fade">
                                      <p:cBhvr>
                                        <p:cTn id="27" dur="1000"/>
                                        <p:tgtEl>
                                          <p:spTgt spid="34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6">
                                            <p:txEl>
                                              <p:pRg st="5" end="5"/>
                                            </p:txEl>
                                          </p:spTgt>
                                        </p:tgtEl>
                                        <p:attrNameLst>
                                          <p:attrName>style.visibility</p:attrName>
                                        </p:attrNameLst>
                                      </p:cBhvr>
                                      <p:to>
                                        <p:strVal val="visible"/>
                                      </p:to>
                                    </p:set>
                                    <p:animEffect transition="in" filter="fade">
                                      <p:cBhvr>
                                        <p:cTn id="32" dur="1000"/>
                                        <p:tgtEl>
                                          <p:spTgt spid="34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47"/>
                                        </p:tgtEl>
                                        <p:attrNameLst>
                                          <p:attrName>style.visibility</p:attrName>
                                        </p:attrNameLst>
                                      </p:cBhvr>
                                      <p:to>
                                        <p:strVal val="visible"/>
                                      </p:to>
                                    </p:set>
                                    <p:animEffect transition="in" filter="fade">
                                      <p:cBhvr>
                                        <p:cTn id="37" dur="1000"/>
                                        <p:tgtEl>
                                          <p:spTgt spid="3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351" name="Shape 351"/>
        <p:cNvGrpSpPr/>
        <p:nvPr/>
      </p:nvGrpSpPr>
      <p:grpSpPr>
        <a:xfrm>
          <a:off x="0" y="0"/>
          <a:ext cx="0" cy="0"/>
          <a:chOff x="0" y="0"/>
          <a:chExt cx="0" cy="0"/>
        </a:xfrm>
      </p:grpSpPr>
      <p:pic>
        <p:nvPicPr>
          <p:cNvPr id="352" name="Google Shape;352;p32"/>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353" name="Google Shape;353;p32"/>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354" name="Google Shape;354;p32"/>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5" name="Google Shape;355;p32"/>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Explanation:</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356" name="Google Shape;356;p32"/>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457200" marR="0" lvl="0" indent="0" algn="l" rtl="0">
              <a:lnSpc>
                <a:spcPct val="100000"/>
              </a:lnSpc>
              <a:spcBef>
                <a:spcPts val="0"/>
              </a:spcBef>
              <a:spcAft>
                <a:spcPts val="80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357" name="Google Shape;357;p32"/>
          <p:cNvPicPr preferRelativeResize="0"/>
          <p:nvPr/>
        </p:nvPicPr>
        <p:blipFill rotWithShape="1">
          <a:blip r:embed="rId3"/>
          <a:srcRect/>
          <a:stretch>
            <a:fillRect/>
          </a:stretch>
        </p:blipFill>
        <p:spPr>
          <a:xfrm>
            <a:off x="398325" y="1521800"/>
            <a:ext cx="4762500" cy="19621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361" name="Shape 361"/>
        <p:cNvGrpSpPr/>
        <p:nvPr/>
      </p:nvGrpSpPr>
      <p:grpSpPr>
        <a:xfrm>
          <a:off x="0" y="0"/>
          <a:ext cx="0" cy="0"/>
          <a:chOff x="0" y="0"/>
          <a:chExt cx="0" cy="0"/>
        </a:xfrm>
      </p:grpSpPr>
      <p:pic>
        <p:nvPicPr>
          <p:cNvPr id="362" name="Google Shape;362;p33"/>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363" name="Google Shape;363;p33"/>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364" name="Google Shape;364;p33"/>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5" name="Google Shape;365;p33"/>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Question: 15</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366" name="Google Shape;366;p33"/>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000000"/>
                </a:solidFill>
                <a:latin typeface="Roboto" panose="02000000000000000000"/>
                <a:ea typeface="Roboto" panose="02000000000000000000"/>
                <a:cs typeface="Roboto" panose="02000000000000000000"/>
                <a:sym typeface="Roboto" panose="02000000000000000000"/>
              </a:rPr>
              <a:t>Solve 5(1/2) + 6(1/2) - 8(1/4)</a:t>
            </a:r>
            <a:endParaRPr sz="1400"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r>
              <a:rPr lang="en-GB" sz="1400" b="0" i="0" u="none" strike="noStrike" cap="none">
                <a:solidFill>
                  <a:srgbClr val="000000"/>
                </a:solidFill>
                <a:latin typeface="Roboto" panose="02000000000000000000"/>
                <a:ea typeface="Roboto" panose="02000000000000000000"/>
                <a:cs typeface="Roboto" panose="02000000000000000000"/>
                <a:sym typeface="Roboto" panose="02000000000000000000"/>
              </a:rPr>
              <a:t> </a:t>
            </a:r>
            <a:endParaRPr sz="1400"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800"/>
              </a:spcBef>
              <a:spcAft>
                <a:spcPts val="0"/>
              </a:spcAft>
              <a:buClr>
                <a:srgbClr val="000000"/>
              </a:buClr>
              <a:buSzPts val="1400"/>
              <a:buFont typeface="Roboto" panose="02000000000000000000"/>
              <a:buAutoNum type="alphaUcPeriod"/>
            </a:pPr>
            <a:r>
              <a:rPr lang="en-GB" sz="1400" b="0" i="0" u="none" strike="noStrike" cap="none">
                <a:solidFill>
                  <a:srgbClr val="000000"/>
                </a:solidFill>
                <a:latin typeface="Roboto" panose="02000000000000000000"/>
                <a:ea typeface="Roboto" panose="02000000000000000000"/>
                <a:cs typeface="Roboto" panose="02000000000000000000"/>
                <a:sym typeface="Roboto" panose="02000000000000000000"/>
              </a:rPr>
              <a:t>2(3/ 4) </a:t>
            </a:r>
            <a:endParaRPr sz="1400"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rgbClr val="000000"/>
              </a:buClr>
              <a:buSzPts val="1400"/>
              <a:buFont typeface="Roboto" panose="02000000000000000000"/>
              <a:buAutoNum type="alphaUcPeriod"/>
            </a:pPr>
            <a:r>
              <a:rPr lang="en-GB" sz="1400" b="0" i="0" u="none" strike="noStrike" cap="none">
                <a:solidFill>
                  <a:srgbClr val="000000"/>
                </a:solidFill>
                <a:latin typeface="Roboto" panose="02000000000000000000"/>
                <a:ea typeface="Roboto" panose="02000000000000000000"/>
                <a:cs typeface="Roboto" panose="02000000000000000000"/>
                <a:sym typeface="Roboto" panose="02000000000000000000"/>
              </a:rPr>
              <a:t>3((3/ 4)</a:t>
            </a:r>
            <a:endParaRPr sz="1400"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rgbClr val="000000"/>
              </a:buClr>
              <a:buSzPts val="1400"/>
              <a:buFont typeface="Roboto" panose="02000000000000000000"/>
              <a:buAutoNum type="alphaUcPeriod"/>
            </a:pPr>
            <a:r>
              <a:rPr lang="en-GB" sz="1400" b="0" i="0" u="none" strike="noStrike" cap="none">
                <a:solidFill>
                  <a:srgbClr val="000000"/>
                </a:solidFill>
                <a:latin typeface="Roboto" panose="02000000000000000000"/>
                <a:ea typeface="Roboto" panose="02000000000000000000"/>
                <a:cs typeface="Roboto" panose="02000000000000000000"/>
                <a:sym typeface="Roboto" panose="02000000000000000000"/>
              </a:rPr>
              <a:t>2(1/ 4)</a:t>
            </a:r>
            <a:endParaRPr sz="1400"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a:p>
            <a:pPr marL="457200" marR="0" lvl="0" indent="-317500" algn="l" rtl="0">
              <a:lnSpc>
                <a:spcPct val="100000"/>
              </a:lnSpc>
              <a:spcBef>
                <a:spcPts val="0"/>
              </a:spcBef>
              <a:spcAft>
                <a:spcPts val="0"/>
              </a:spcAft>
              <a:buClr>
                <a:srgbClr val="000000"/>
              </a:buClr>
              <a:buSzPts val="1400"/>
              <a:buFont typeface="Roboto" panose="02000000000000000000"/>
              <a:buAutoNum type="alphaUcPeriod"/>
            </a:pPr>
            <a:r>
              <a:rPr lang="en-GB" sz="1400" b="0" i="0" u="none" strike="noStrike" cap="none">
                <a:solidFill>
                  <a:srgbClr val="000000"/>
                </a:solidFill>
                <a:latin typeface="Roboto" panose="02000000000000000000"/>
                <a:ea typeface="Roboto" panose="02000000000000000000"/>
                <a:cs typeface="Roboto" panose="02000000000000000000"/>
                <a:sym typeface="Roboto" panose="02000000000000000000"/>
              </a:rPr>
              <a:t>2(2/ 4)</a:t>
            </a:r>
            <a:endParaRPr sz="1400"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a:p>
            <a:pPr marL="0" marR="0" lvl="0" indent="0" algn="l" rtl="0">
              <a:lnSpc>
                <a:spcPct val="100000"/>
              </a:lnSpc>
              <a:spcBef>
                <a:spcPts val="800"/>
              </a:spcBef>
              <a:spcAft>
                <a:spcPts val="0"/>
              </a:spcAft>
              <a:buClr>
                <a:srgbClr val="000000"/>
              </a:buClr>
              <a:buSzPts val="1400"/>
              <a:buFont typeface="Arial" panose="020B0604020202020204"/>
              <a:buNone/>
            </a:pPr>
            <a:endParaRPr sz="1400" b="0" i="0" u="none" strike="noStrike" cap="none">
              <a:solidFill>
                <a:srgbClr val="000000"/>
              </a:solidFill>
              <a:highlight>
                <a:srgbClr val="F8F8F8"/>
              </a:highlight>
              <a:latin typeface="Roboto" panose="02000000000000000000"/>
              <a:ea typeface="Roboto" panose="02000000000000000000"/>
              <a:cs typeface="Roboto" panose="02000000000000000000"/>
              <a:sym typeface="Roboto" panose="02000000000000000000"/>
            </a:endParaRPr>
          </a:p>
          <a:p>
            <a:pPr marL="457200" marR="0" lvl="0" indent="0" algn="l" rtl="0">
              <a:lnSpc>
                <a:spcPct val="100000"/>
              </a:lnSpc>
              <a:spcBef>
                <a:spcPts val="800"/>
              </a:spcBef>
              <a:spcAft>
                <a:spcPts val="800"/>
              </a:spcAft>
              <a:buClr>
                <a:srgbClr val="000000"/>
              </a:buClr>
              <a:buSzPts val="1400"/>
              <a:buFont typeface="Arial" panose="020B0604020202020204"/>
              <a:buNone/>
            </a:pPr>
            <a:endParaRPr sz="1400" b="0" i="0" u="none" strike="noStrike" cap="none">
              <a:solidFill>
                <a:srgbClr val="000000"/>
              </a:solidFill>
              <a:highlight>
                <a:srgbClr val="F8F8F8"/>
              </a:highlight>
              <a:latin typeface="Roboto" panose="02000000000000000000"/>
              <a:ea typeface="Roboto" panose="02000000000000000000"/>
              <a:cs typeface="Roboto" panose="02000000000000000000"/>
              <a:sym typeface="Roboto" panose="02000000000000000000"/>
            </a:endParaRPr>
          </a:p>
        </p:txBody>
      </p:sp>
      <p:sp>
        <p:nvSpPr>
          <p:cNvPr id="367" name="Google Shape;367;p33"/>
          <p:cNvSpPr txBox="1"/>
          <p:nvPr/>
        </p:nvSpPr>
        <p:spPr>
          <a:xfrm>
            <a:off x="7250475" y="4171350"/>
            <a:ext cx="1564500" cy="475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1" i="0" u="none" strike="noStrike" cap="none">
                <a:solidFill>
                  <a:srgbClr val="000000"/>
                </a:solidFill>
                <a:latin typeface="Arial" panose="020B0604020202020204"/>
                <a:ea typeface="Arial" panose="020B0604020202020204"/>
                <a:cs typeface="Arial" panose="020B0604020202020204"/>
                <a:sym typeface="Arial" panose="020B0604020202020204"/>
              </a:rPr>
              <a:t>Answer: B</a:t>
            </a: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6">
                                            <p:txEl>
                                              <p:pRg st="0" end="0"/>
                                            </p:txEl>
                                          </p:spTgt>
                                        </p:tgtEl>
                                        <p:attrNameLst>
                                          <p:attrName>style.visibility</p:attrName>
                                        </p:attrNameLst>
                                      </p:cBhvr>
                                      <p:to>
                                        <p:strVal val="visible"/>
                                      </p:to>
                                    </p:set>
                                    <p:animEffect transition="in" filter="fade">
                                      <p:cBhvr>
                                        <p:cTn id="7" dur="1000"/>
                                        <p:tgtEl>
                                          <p:spTgt spid="36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6">
                                            <p:txEl>
                                              <p:pRg st="1" end="1"/>
                                            </p:txEl>
                                          </p:spTgt>
                                        </p:tgtEl>
                                        <p:attrNameLst>
                                          <p:attrName>style.visibility</p:attrName>
                                        </p:attrNameLst>
                                      </p:cBhvr>
                                      <p:to>
                                        <p:strVal val="visible"/>
                                      </p:to>
                                    </p:set>
                                    <p:animEffect transition="in" filter="fade">
                                      <p:cBhvr>
                                        <p:cTn id="12" dur="1000"/>
                                        <p:tgtEl>
                                          <p:spTgt spid="36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6">
                                            <p:txEl>
                                              <p:pRg st="2" end="2"/>
                                            </p:txEl>
                                          </p:spTgt>
                                        </p:tgtEl>
                                        <p:attrNameLst>
                                          <p:attrName>style.visibility</p:attrName>
                                        </p:attrNameLst>
                                      </p:cBhvr>
                                      <p:to>
                                        <p:strVal val="visible"/>
                                      </p:to>
                                    </p:set>
                                    <p:animEffect transition="in" filter="fade">
                                      <p:cBhvr>
                                        <p:cTn id="17" dur="1000"/>
                                        <p:tgtEl>
                                          <p:spTgt spid="36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66">
                                            <p:txEl>
                                              <p:pRg st="3" end="3"/>
                                            </p:txEl>
                                          </p:spTgt>
                                        </p:tgtEl>
                                        <p:attrNameLst>
                                          <p:attrName>style.visibility</p:attrName>
                                        </p:attrNameLst>
                                      </p:cBhvr>
                                      <p:to>
                                        <p:strVal val="visible"/>
                                      </p:to>
                                    </p:set>
                                    <p:animEffect transition="in" filter="fade">
                                      <p:cBhvr>
                                        <p:cTn id="22" dur="1000"/>
                                        <p:tgtEl>
                                          <p:spTgt spid="36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66">
                                            <p:txEl>
                                              <p:pRg st="4" end="4"/>
                                            </p:txEl>
                                          </p:spTgt>
                                        </p:tgtEl>
                                        <p:attrNameLst>
                                          <p:attrName>style.visibility</p:attrName>
                                        </p:attrNameLst>
                                      </p:cBhvr>
                                      <p:to>
                                        <p:strVal val="visible"/>
                                      </p:to>
                                    </p:set>
                                    <p:animEffect transition="in" filter="fade">
                                      <p:cBhvr>
                                        <p:cTn id="27" dur="1000"/>
                                        <p:tgtEl>
                                          <p:spTgt spid="36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6">
                                            <p:txEl>
                                              <p:pRg st="5" end="5"/>
                                            </p:txEl>
                                          </p:spTgt>
                                        </p:tgtEl>
                                        <p:attrNameLst>
                                          <p:attrName>style.visibility</p:attrName>
                                        </p:attrNameLst>
                                      </p:cBhvr>
                                      <p:to>
                                        <p:strVal val="visible"/>
                                      </p:to>
                                    </p:set>
                                    <p:animEffect transition="in" filter="fade">
                                      <p:cBhvr>
                                        <p:cTn id="32" dur="1000"/>
                                        <p:tgtEl>
                                          <p:spTgt spid="36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66">
                                            <p:txEl>
                                              <p:pRg st="6" end="6"/>
                                            </p:txEl>
                                          </p:spTgt>
                                        </p:tgtEl>
                                        <p:attrNameLst>
                                          <p:attrName>style.visibility</p:attrName>
                                        </p:attrNameLst>
                                      </p:cBhvr>
                                      <p:to>
                                        <p:strVal val="visible"/>
                                      </p:to>
                                    </p:set>
                                    <p:animEffect transition="in" filter="fade">
                                      <p:cBhvr>
                                        <p:cTn id="37" dur="1000"/>
                                        <p:tgtEl>
                                          <p:spTgt spid="36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66">
                                            <p:txEl>
                                              <p:pRg st="7" end="7"/>
                                            </p:txEl>
                                          </p:spTgt>
                                        </p:tgtEl>
                                        <p:attrNameLst>
                                          <p:attrName>style.visibility</p:attrName>
                                        </p:attrNameLst>
                                      </p:cBhvr>
                                      <p:to>
                                        <p:strVal val="visible"/>
                                      </p:to>
                                    </p:set>
                                    <p:animEffect transition="in" filter="fade">
                                      <p:cBhvr>
                                        <p:cTn id="42" dur="1000"/>
                                        <p:tgtEl>
                                          <p:spTgt spid="36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67"/>
                                        </p:tgtEl>
                                        <p:attrNameLst>
                                          <p:attrName>style.visibility</p:attrName>
                                        </p:attrNameLst>
                                      </p:cBhvr>
                                      <p:to>
                                        <p:strVal val="visible"/>
                                      </p:to>
                                    </p:set>
                                    <p:animEffect transition="in" filter="fade">
                                      <p:cBhvr>
                                        <p:cTn id="47" dur="1000"/>
                                        <p:tgtEl>
                                          <p:spTgt spid="3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371" name="Shape 371"/>
        <p:cNvGrpSpPr/>
        <p:nvPr/>
      </p:nvGrpSpPr>
      <p:grpSpPr>
        <a:xfrm>
          <a:off x="0" y="0"/>
          <a:ext cx="0" cy="0"/>
          <a:chOff x="0" y="0"/>
          <a:chExt cx="0" cy="0"/>
        </a:xfrm>
      </p:grpSpPr>
      <p:pic>
        <p:nvPicPr>
          <p:cNvPr id="372" name="Google Shape;372;p34"/>
          <p:cNvPicPr preferRelativeResize="0"/>
          <p:nvPr/>
        </p:nvPicPr>
        <p:blipFill rotWithShape="1">
          <a:blip r:embed="rId1"/>
          <a:srcRect l="41240" t="9528" r="-23987" b="51129"/>
          <a:stretch>
            <a:fillRect/>
          </a:stretch>
        </p:blipFill>
        <p:spPr>
          <a:xfrm>
            <a:off x="0" y="4075175"/>
            <a:ext cx="4457700" cy="1065625"/>
          </a:xfrm>
          <a:prstGeom prst="rect">
            <a:avLst/>
          </a:prstGeom>
          <a:noFill/>
          <a:ln>
            <a:noFill/>
          </a:ln>
        </p:spPr>
      </p:pic>
      <p:pic>
        <p:nvPicPr>
          <p:cNvPr id="373" name="Google Shape;373;p34"/>
          <p:cNvPicPr preferRelativeResize="0"/>
          <p:nvPr/>
        </p:nvPicPr>
        <p:blipFill rotWithShape="1">
          <a:blip r:embed="rId2"/>
          <a:srcRect r="57233"/>
          <a:stretch>
            <a:fillRect/>
          </a:stretch>
        </p:blipFill>
        <p:spPr>
          <a:xfrm>
            <a:off x="8189675" y="233550"/>
            <a:ext cx="724574" cy="766799"/>
          </a:xfrm>
          <a:prstGeom prst="rect">
            <a:avLst/>
          </a:prstGeom>
          <a:noFill/>
          <a:ln>
            <a:noFill/>
          </a:ln>
        </p:spPr>
      </p:pic>
      <p:sp>
        <p:nvSpPr>
          <p:cNvPr id="374" name="Google Shape;374;p34"/>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5" name="Google Shape;375;p34"/>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0" i="0" u="none" strike="noStrike" cap="none">
                <a:solidFill>
                  <a:schemeClr val="lt1"/>
                </a:solidFill>
                <a:latin typeface="Roboto" panose="02000000000000000000"/>
                <a:ea typeface="Roboto" panose="02000000000000000000"/>
                <a:cs typeface="Roboto" panose="02000000000000000000"/>
                <a:sym typeface="Roboto" panose="02000000000000000000"/>
              </a:rPr>
              <a:t>Explanation:</a:t>
            </a:r>
            <a:endParaRPr sz="2000" b="0" i="0" u="none" strike="noStrike" cap="none">
              <a:solidFill>
                <a:schemeClr val="lt1"/>
              </a:solidFill>
              <a:latin typeface="Roboto" panose="02000000000000000000"/>
              <a:ea typeface="Roboto" panose="02000000000000000000"/>
              <a:cs typeface="Roboto" panose="02000000000000000000"/>
              <a:sym typeface="Roboto" panose="02000000000000000000"/>
            </a:endParaRPr>
          </a:p>
        </p:txBody>
      </p:sp>
      <p:sp>
        <p:nvSpPr>
          <p:cNvPr id="376" name="Google Shape;376;p34"/>
          <p:cNvSpPr txBox="1"/>
          <p:nvPr/>
        </p:nvSpPr>
        <p:spPr>
          <a:xfrm>
            <a:off x="327600" y="930575"/>
            <a:ext cx="7384200" cy="31446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101600" marR="101600" lvl="0" indent="0" algn="l" rtl="0">
              <a:lnSpc>
                <a:spcPct val="169000"/>
              </a:lnSpc>
              <a:spcBef>
                <a:spcPts val="0"/>
              </a:spcBef>
              <a:spcAft>
                <a:spcPts val="0"/>
              </a:spcAft>
              <a:buClr>
                <a:schemeClr val="dk1"/>
              </a:buClr>
              <a:buSzPts val="1100"/>
              <a:buFont typeface="Arial" panose="020B0604020202020204"/>
              <a:buNone/>
            </a:pPr>
            <a:r>
              <a:rPr lang="en-GB" sz="1400" b="0" i="0" u="none" strike="noStrike" cap="none">
                <a:solidFill>
                  <a:srgbClr val="000000"/>
                </a:solidFill>
                <a:latin typeface="Roboto" panose="02000000000000000000"/>
                <a:ea typeface="Roboto" panose="02000000000000000000"/>
                <a:cs typeface="Roboto" panose="02000000000000000000"/>
                <a:sym typeface="Roboto" panose="02000000000000000000"/>
              </a:rPr>
              <a:t>5(1/2) + 6(1/2) - 8(1/4) = (5+6-8) + ((1/2) + (1/2) - (1/4)) = 3(3/4)</a:t>
            </a:r>
            <a:endParaRPr sz="1400"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a:p>
            <a:pPr marL="0" marR="0" lvl="0" indent="0" algn="l" rtl="0">
              <a:lnSpc>
                <a:spcPct val="169000"/>
              </a:lnSpc>
              <a:spcBef>
                <a:spcPts val="1600"/>
              </a:spcBef>
              <a:spcAft>
                <a:spcPts val="800"/>
              </a:spcAft>
              <a:buClr>
                <a:schemeClr val="dk1"/>
              </a:buClr>
              <a:buSzPts val="1100"/>
              <a:buFont typeface="Arial" panose="020B0604020202020204"/>
              <a:buNone/>
            </a:pPr>
            <a:endParaRPr sz="1200" b="0" i="0" u="none" strike="noStrike" cap="none">
              <a:solidFill>
                <a:srgbClr val="000000"/>
              </a:solidFill>
              <a:highlight>
                <a:srgbClr val="F8F8F8"/>
              </a:highlight>
              <a:latin typeface="Roboto" panose="02000000000000000000"/>
              <a:ea typeface="Roboto" panose="02000000000000000000"/>
              <a:cs typeface="Roboto" panose="02000000000000000000"/>
              <a:sym typeface="Roboto" panose="02000000000000000000"/>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5590</Words>
  <Application>WPS Presentation</Application>
  <PresentationFormat/>
  <Paragraphs>309</Paragraphs>
  <Slides>35</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35</vt:i4>
      </vt:variant>
    </vt:vector>
  </HeadingPairs>
  <TitlesOfParts>
    <vt:vector size="45" baseType="lpstr">
      <vt:lpstr>Arial</vt:lpstr>
      <vt:lpstr>SimSun</vt:lpstr>
      <vt:lpstr>Wingdings</vt:lpstr>
      <vt:lpstr>Arial</vt:lpstr>
      <vt:lpstr>Roboto</vt:lpstr>
      <vt:lpstr>Microsoft YaHei</vt:lpstr>
      <vt:lpstr>Arial Unicode MS</vt:lpstr>
      <vt:lpstr>Calibri</vt:lpstr>
      <vt:lpstr>Proxima Nova</vt:lpstr>
      <vt:lpstr>Simple Light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Prasanth P</cp:lastModifiedBy>
  <cp:revision>1</cp:revision>
  <dcterms:created xsi:type="dcterms:W3CDTF">2023-01-05T07:25:15Z</dcterms:created>
  <dcterms:modified xsi:type="dcterms:W3CDTF">2023-01-05T07:25:16Z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880CC98B25A04810919138DB350A5DBE</vt:lpwstr>
  </property>
  <property fmtid="{D5CDD505-2E9C-101B-9397-08002B2CF9AE}" pid="3" name="KSOProductBuildVer">
    <vt:lpwstr>1033-11.2.0.11214</vt:lpwstr>
  </property>
</Properties>
</file>