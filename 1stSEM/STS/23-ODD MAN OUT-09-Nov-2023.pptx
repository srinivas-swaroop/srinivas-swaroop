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  <p:sldMasterId id="2147483673" r:id="rId4"/>
    <p:sldMasterId id="2147483682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22"/>
        <p:guide orient="horz" pos="2755"/>
        <p:guide orient="horz" pos="776"/>
        <p:guide pos="206"/>
        <p:guide pos="5553"/>
        <p:guide orient="horz" pos="914"/>
        <p:guide orient="horz" pos="2451"/>
        <p:guide pos="871"/>
        <p:guide pos="2880"/>
        <p:guide pos="4909"/>
        <p:guide orient="horz" pos="219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ff13a195eb_0_1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ff13a195eb_0_1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ff13a195eb_0_1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ff13a195eb_0_1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ff13a195eb_0_1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7" name="Google Shape;177;gff13a195eb_0_1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ff13a195eb_0_29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ff13a195eb_0_2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ff13a195eb_0_29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ff13a195eb_0_2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ff13a195eb_0_37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ff13a195eb_0_3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ff13a195eb_0_38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ff13a195eb_0_3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ff13a195eb_0_39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ff13a195eb_0_3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ff13a195eb_0_40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ff13a195eb_0_4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ff13a195eb_0_40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ff13a195eb_0_4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ff13a195eb_0_41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ff13a195eb_0_4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ff13a195eb_0_42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ff13a195eb_0_4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ff13a195eb_0_43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ff13a195eb_0_4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ff13a195eb_0_44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ff13a195eb_0_4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ff13a195eb_0_44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gff13a195eb_0_4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ff13a195eb_0_45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ff13a195eb_0_4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ff13a195eb_0_46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ff13a195eb_0_4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ff13a195eb_0_47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gff13a195eb_0_4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f13a195eb_0_48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ff13a195eb_0_4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ff13a195eb_0_48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ff13a195eb_0_4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ff13a195eb_0_49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gff13a195eb_0_4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ff13a195eb_0_50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gff13a195eb_0_5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ff13a195eb_0_51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ff13a195eb_0_5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ff13a195eb_0_52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gff13a195eb_0_5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ff13a195eb_0_52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gff13a195eb_0_5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ff13a195eb_0_53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ff13a195eb_0_5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ff13a195eb_0_54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gff13a195eb_0_5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ff13a195eb_0_55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gff13a195eb_0_5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ff13a195eb_0_56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ff13a195eb_0_5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ff13a195eb_0_56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ff13a195eb_0_5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ff13a195eb_0_57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ff13a195eb_0_5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ff13a195eb_0_58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gff13a195eb_0_5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ff13a195eb_0_59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8" name="Google Shape;448;gff13a195eb_0_5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r"/>
      </p:transition>
    </mc:Choice>
    <mc:Fallback>
      <p:transition spd="slow">
        <p:push dir="r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r"/>
      </p:transition>
    </mc:Choice>
    <mc:Fallback>
      <p:transition spd="slow">
        <p:push dir="r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r"/>
      </p:transition>
    </mc:Choice>
    <mc:Fallback>
      <p:transition spd="slow">
        <p:push dir="r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37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3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r"/>
      </p:transition>
    </mc:Choice>
    <mc:Fallback>
      <p:transition spd="slow">
        <p:push dir="r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r"/>
      </p:transition>
    </mc:Choice>
    <mc:Fallback>
      <p:transition spd="slow">
        <p:push dir="r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39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r"/>
      </p:transition>
    </mc:Choice>
    <mc:Fallback>
      <p:transition spd="slow">
        <p:push dir="r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4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r"/>
      </p:transition>
    </mc:Choice>
    <mc:Fallback>
      <p:transition spd="slow">
        <p:push dir="r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" name="Google Shape;3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41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41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r"/>
      </p:transition>
    </mc:Choice>
    <mc:Fallback>
      <p:transition spd="slow">
        <p:push dir="r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2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4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r"/>
      </p:transition>
    </mc:Choice>
    <mc:Fallback>
      <p:transition spd="slow">
        <p:push dir="r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3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43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r"/>
      </p:transition>
    </mc:Choice>
    <mc:Fallback>
      <p:transition spd="slow">
        <p:push dir="r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r"/>
      </p:transition>
    </mc:Choice>
    <mc:Fallback>
      <p:transition spd="slow">
        <p:push dir="r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ff13a195eb_0_1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" name="Google Shape;54;gff13a195eb_0_12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ff13a195eb_0_1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gff13a195eb_0_13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gff13a195eb_0_13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ff13a195eb_0_1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gff13a195eb_0_13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" name="Google Shape;62;gff13a195eb_0_13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" name="Google Shape;63;gff13a195eb_0_13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ff13a195eb_0_1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gff13a195eb_0_14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ff13a195eb_0_1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9" name="Google Shape;69;gff13a195eb_0_143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gff13a195eb_0_14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ff13a195eb_0_1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3" name="Google Shape;73;gff13a195eb_0_14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ff13a195eb_0_1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6" name="Google Shape;76;gff13a195eb_0_1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7" name="Google Shape;77;gff13a195eb_0_150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8" name="Google Shape;78;gff13a195eb_0_150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gff13a195eb_0_15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f13a195eb_0_156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2" name="Google Shape;82;gff13a195eb_0_15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ff13a195eb_0_159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5" name="Google Shape;85;gff13a195eb_0_159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gff13a195eb_0_15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ff13a195eb_0_16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ff13a195eb_0_1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1" name="Google Shape;91;gff13a195eb_0_165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2" name="Google Shape;92;gff13a195eb_0_16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ff13a195eb_0_3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gff13a195eb_0_31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gff13a195eb_0_3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ff13a195eb_0_3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gff13a195eb_0_31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ff13a195eb_0_3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7" name="Google Shape;107;gff13a195eb_0_31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ff13a195eb_0_3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" name="Google Shape;110;gff13a195eb_0_3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gff13a195eb_0_322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gff13a195eb_0_322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gff13a195eb_0_32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ff13a195eb_0_328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6" name="Google Shape;116;gff13a195eb_0_32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f13a195eb_0_33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gff13a195eb_0_33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gff13a195eb_0_33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ff13a195eb_0_335" descr="A close up of a logo&#10;&#10;Description generated with high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ff13a195eb_0_335" descr="A picture containing colorful, colored&#10;&#10;Description generated with very high confidence"/>
          <p:cNvPicPr preferRelativeResize="0"/>
          <p:nvPr/>
        </p:nvPicPr>
        <p:blipFill rotWithShape="1">
          <a:blip r:embed="rId3"/>
          <a:srcRect t="55601" b="37530"/>
          <a:stretch>
            <a:fillRect/>
          </a:stretch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ff13a195eb_0_335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Google Shape;125;gff13a195eb_0_335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gff13a195eb_0_335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7" name="Google Shape;127;gff13a195eb_0_335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f13a195eb_0_3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gff13a195eb_0_347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gff13a195eb_0_34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f13a195eb_0_3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gff13a195eb_0_35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ff13a195eb_0_3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2" name="Google Shape;142;gff13a195eb_0_35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ff13a195eb_0_35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5" name="Google Shape;145;gff13a195eb_0_35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6" name="Google Shape;146;gff13a195eb_0_357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7" name="Google Shape;147;gff13a195eb_0_357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8" name="Google Shape;148;gff13a195eb_0_35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ff13a195eb_0_363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51" name="Google Shape;151;gff13a195eb_0_36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ff13a195eb_0_366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4" name="Google Shape;154;gff13a195eb_0_366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5" name="Google Shape;155;gff13a195eb_0_36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ff13a195eb_0_370" descr="A close up of a logo&#10;&#10;Description generated with high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ff13a195eb_0_370" descr="A picture containing colorful, colored&#10;&#10;Description generated with very high confidence"/>
          <p:cNvPicPr preferRelativeResize="0"/>
          <p:nvPr/>
        </p:nvPicPr>
        <p:blipFill rotWithShape="1">
          <a:blip r:embed="rId3"/>
          <a:srcRect t="55603" b="37530"/>
          <a:stretch>
            <a:fillRect/>
          </a:stretch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ff13a195eb_0_370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ff13a195eb_0_370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1" name="Google Shape;161;gff13a195eb_0_370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2" name="Google Shape;162;gff13a195eb_0_370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heme" Target="../theme/theme3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heme" Target="../theme/theme4.xml"/><Relationship Id="rId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push dir="r"/>
      </p:transition>
    </mc:Choice>
    <mc:Fallback>
      <p:transition spd="slow">
        <p:push dir="r"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ff13a195eb_0_1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9" name="Google Shape;49;gff13a195eb_0_12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0" name="Google Shape;50;gff13a195eb_0_12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ff13a195eb_0_3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5" name="Google Shape;95;gff13a195eb_0_307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6" name="Google Shape;96;gff13a195eb_0_30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ff13a195eb_0_3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0" name="Google Shape;130;gff13a195eb_0_342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1" name="Google Shape;131;gff13a195eb_0_34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6.png"/><Relationship Id="rId3" Type="http://schemas.openxmlformats.org/officeDocument/2006/relationships/hyperlink" Target="https://forms.gle/wUW8vm9pWk7oJFiv6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ff13a195eb_0_10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884200" y="431425"/>
            <a:ext cx="3527999" cy="4280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ff13a195eb_0_108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ff13a195eb_0_108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8087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ff13a195eb_0_108"/>
          <p:cNvSpPr txBox="1"/>
          <p:nvPr/>
        </p:nvSpPr>
        <p:spPr>
          <a:xfrm>
            <a:off x="1647000" y="2205225"/>
            <a:ext cx="585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GB" sz="2400">
                <a:solidFill>
                  <a:schemeClr val="dk1"/>
                </a:solidFill>
              </a:rPr>
              <a:t>O</a:t>
            </a:r>
            <a:r>
              <a:rPr lang="en-GB" sz="2400">
                <a:solidFill>
                  <a:schemeClr val="dk1"/>
                </a:solidFill>
              </a:rPr>
              <a:t>DD MAN OUT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ff13a195eb_0_114"/>
          <p:cNvPicPr preferRelativeResize="0"/>
          <p:nvPr/>
        </p:nvPicPr>
        <p:blipFill rotWithShape="1">
          <a:blip r:embed="rId1"/>
          <a:srcRect l="41241" t="9529" r="-23988" b="51127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ff13a195eb_0_114"/>
          <p:cNvPicPr preferRelativeResize="0"/>
          <p:nvPr/>
        </p:nvPicPr>
        <p:blipFill rotWithShape="1">
          <a:blip r:embed="rId2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ff13a195eb_0_114"/>
          <p:cNvPicPr preferRelativeResize="0"/>
          <p:nvPr/>
        </p:nvPicPr>
        <p:blipFill rotWithShape="1">
          <a:blip r:embed="rId1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ff13a195eb_0_114"/>
          <p:cNvSpPr/>
          <p:nvPr/>
        </p:nvSpPr>
        <p:spPr>
          <a:xfrm>
            <a:off x="2147550" y="514550"/>
            <a:ext cx="5242200" cy="412200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None/>
            </a:pPr>
            <a:r>
              <a:rPr lang="en-GB" sz="17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TEST TIME ON </a:t>
            </a:r>
            <a:r>
              <a:rPr lang="en-GB" sz="1700">
                <a:solidFill>
                  <a:schemeClr val="lt1"/>
                </a:solidFill>
              </a:rPr>
              <a:t>ANALOGY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Google Shape;183;gff13a195eb_0_114"/>
          <p:cNvSpPr txBox="1"/>
          <p:nvPr>
            <p:ph type="body" idx="1"/>
          </p:nvPr>
        </p:nvSpPr>
        <p:spPr>
          <a:xfrm>
            <a:off x="729200" y="12319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500" b="1">
                <a:solidFill>
                  <a:srgbClr val="373737"/>
                </a:solidFill>
                <a:highlight>
                  <a:srgbClr val="FFFFFF"/>
                </a:highlight>
              </a:rPr>
              <a:t>URL:</a:t>
            </a:r>
            <a:r>
              <a:rPr lang="en-GB" sz="2400" b="1">
                <a:solidFill>
                  <a:srgbClr val="FF0000"/>
                </a:solidFill>
                <a:highlight>
                  <a:schemeClr val="lt1"/>
                </a:highlight>
              </a:rPr>
              <a:t> </a:t>
            </a:r>
            <a:r>
              <a:rPr lang="en-GB" sz="2400" b="1" u="sng">
                <a:solidFill>
                  <a:srgbClr val="FF0000"/>
                </a:solidFill>
                <a:highlight>
                  <a:schemeClr val="lt1"/>
                </a:highlight>
                <a:hlinkClick r:id="rId3"/>
              </a:rPr>
              <a:t>https://forms.gle/wUW8vm9pWk7oJFiv6</a:t>
            </a:r>
            <a:endParaRPr sz="1900" b="1">
              <a:solidFill>
                <a:srgbClr val="FF0000"/>
              </a:solidFill>
              <a:highlight>
                <a:srgbClr val="FFFFFF"/>
              </a:highligh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900" b="1">
              <a:solidFill>
                <a:srgbClr val="37373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400" b="1">
                <a:solidFill>
                  <a:srgbClr val="373737"/>
                </a:solidFill>
                <a:highlight>
                  <a:srgbClr val="FFFFFF"/>
                </a:highlight>
              </a:rPr>
              <a:t>QR CODE:</a:t>
            </a:r>
            <a:endParaRPr sz="2400" b="1">
              <a:solidFill>
                <a:srgbClr val="373737"/>
              </a:solidFill>
              <a:highlight>
                <a:srgbClr val="FFFFFF"/>
              </a:highlight>
            </a:endParaRPr>
          </a:p>
        </p:txBody>
      </p:sp>
      <p:pic>
        <p:nvPicPr>
          <p:cNvPr id="184" name="Google Shape;184;gff13a195eb_0_11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243350" y="2125525"/>
            <a:ext cx="2586274" cy="197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ff13a195eb_0_291"/>
          <p:cNvSpPr txBox="1"/>
          <p:nvPr/>
        </p:nvSpPr>
        <p:spPr>
          <a:xfrm>
            <a:off x="84350" y="1371649"/>
            <a:ext cx="8472300" cy="22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Find the odd man out.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A. Dollar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B. Peso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C. Ounce 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D. Euro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90" name="Google Shape;190;gff13a195eb_0_291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ff13a195eb_0_291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ff13a195eb_0_291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Q01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3" name="Google Shape;193;gff13a195eb_0_291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C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ff13a195eb_0_299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99" name="Google Shape;199;gff13a195eb_0_299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ff13a195eb_0_299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ff13a195eb_0_299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Q01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202" name="Google Shape;202;gff13a195eb_0_299"/>
          <p:cNvSpPr txBox="1"/>
          <p:nvPr/>
        </p:nvSpPr>
        <p:spPr>
          <a:xfrm>
            <a:off x="150350" y="1400350"/>
            <a:ext cx="794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All except Ounce are names of currencies, while Ounce is a unit of weight.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ff13a195eb_0_377"/>
          <p:cNvSpPr txBox="1"/>
          <p:nvPr/>
        </p:nvSpPr>
        <p:spPr>
          <a:xfrm>
            <a:off x="84350" y="1371649"/>
            <a:ext cx="8472300" cy="18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</a:rPr>
              <a:t>Find the odd man out.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</a:rPr>
              <a:t>A. Geometry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</a:rPr>
              <a:t>B. Algebra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</a:rPr>
              <a:t>C. Calculus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</a:rPr>
              <a:t>D. Thermodynamics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08" name="Google Shape;208;gff13a195eb_0_377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ff13a195eb_0_377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ff13a195eb_0_377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Q0</a:t>
            </a:r>
            <a:r>
              <a:rPr lang="en-GB" sz="2000" b="1">
                <a:solidFill>
                  <a:srgbClr val="FFFFFF"/>
                </a:solidFill>
              </a:rPr>
              <a:t>2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1" name="Google Shape;211;gff13a195eb_0_377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D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ff13a195eb_0_385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17" name="Google Shape;217;gff13a195eb_0_385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ff13a195eb_0_385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ff13a195eb_0_385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Q02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220" name="Google Shape;220;gff13a195eb_0_385"/>
          <p:cNvSpPr txBox="1"/>
          <p:nvPr/>
        </p:nvSpPr>
        <p:spPr>
          <a:xfrm>
            <a:off x="150350" y="1400350"/>
            <a:ext cx="794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All except Thermodynamics are topics of Mathematics.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ff13a195eb_0_393"/>
          <p:cNvSpPr txBox="1"/>
          <p:nvPr/>
        </p:nvSpPr>
        <p:spPr>
          <a:xfrm>
            <a:off x="84350" y="1371649"/>
            <a:ext cx="8472300" cy="18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</a:rPr>
              <a:t>Find the odd man out.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A. Square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B. Triangle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C. Rectangle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D. Cuboid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26" name="Google Shape;226;gff13a195eb_0_393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ff13a195eb_0_393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ff13a195eb_0_393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Q0</a:t>
            </a:r>
            <a:r>
              <a:rPr lang="en-GB" sz="2000" b="1">
                <a:solidFill>
                  <a:srgbClr val="FFFFFF"/>
                </a:solidFill>
              </a:rPr>
              <a:t>3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9" name="Google Shape;229;gff13a195eb_0_393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D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ff13a195eb_0_401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35" name="Google Shape;235;gff13a195eb_0_401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ff13a195eb_0_401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ff13a195eb_0_401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Q03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238" name="Google Shape;238;gff13a195eb_0_401"/>
          <p:cNvSpPr txBox="1"/>
          <p:nvPr/>
        </p:nvSpPr>
        <p:spPr>
          <a:xfrm>
            <a:off x="150350" y="1400350"/>
            <a:ext cx="794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All except Cuboids are 3 dimensional figures.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ff13a195eb_0_409"/>
          <p:cNvSpPr txBox="1"/>
          <p:nvPr/>
        </p:nvSpPr>
        <p:spPr>
          <a:xfrm>
            <a:off x="84350" y="1371649"/>
            <a:ext cx="8472300" cy="18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</a:rPr>
              <a:t>Find the odd man out.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</a:rPr>
              <a:t>A. Spoon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</a:rPr>
              <a:t>B. Sword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</a:rPr>
              <a:t>C. Knife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</a:rPr>
              <a:t>D. Fork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44" name="Google Shape;244;gff13a195eb_0_409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ff13a195eb_0_409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ff13a195eb_0_409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Q0</a:t>
            </a:r>
            <a:r>
              <a:rPr lang="en-GB" sz="2000" b="1">
                <a:solidFill>
                  <a:srgbClr val="FFFFFF"/>
                </a:solidFill>
              </a:rPr>
              <a:t>4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7" name="Google Shape;247;gff13a195eb_0_409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B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ff13a195eb_0_417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53" name="Google Shape;253;gff13a195eb_0_417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ff13a195eb_0_417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ff13a195eb_0_417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Q04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256" name="Google Shape;256;gff13a195eb_0_417"/>
          <p:cNvSpPr txBox="1"/>
          <p:nvPr/>
        </p:nvSpPr>
        <p:spPr>
          <a:xfrm>
            <a:off x="150350" y="1400350"/>
            <a:ext cx="794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All except sword are used in kitchen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ff13a195eb_0_425"/>
          <p:cNvSpPr txBox="1"/>
          <p:nvPr/>
        </p:nvSpPr>
        <p:spPr>
          <a:xfrm>
            <a:off x="84350" y="1371649"/>
            <a:ext cx="8472300" cy="18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Find the odd man out.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A. M H Ansari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B. Abdul Kalam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C. Pranab Mukherjee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D. Dr. Rajendra Prasad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62" name="Google Shape;262;gff13a195eb_0_425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ff13a195eb_0_425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ff13a195eb_0_425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Q0</a:t>
            </a:r>
            <a:r>
              <a:rPr lang="en-GB" sz="2000" b="1">
                <a:solidFill>
                  <a:srgbClr val="FFFFFF"/>
                </a:solidFill>
              </a:rPr>
              <a:t>5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5" name="Google Shape;265;gff13a195eb_0_425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A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ff13a195eb_0_433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71" name="Google Shape;271;gff13a195eb_0_433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ff13a195eb_0_433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ff13a195eb_0_433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Q05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274" name="Google Shape;274;gff13a195eb_0_433"/>
          <p:cNvSpPr txBox="1"/>
          <p:nvPr/>
        </p:nvSpPr>
        <p:spPr>
          <a:xfrm>
            <a:off x="150350" y="1400350"/>
            <a:ext cx="89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Except M.H.Ansari(who is a Vice President of India),rest are Ex Presidents of India.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ff13a195eb_0_441"/>
          <p:cNvSpPr txBox="1"/>
          <p:nvPr/>
        </p:nvSpPr>
        <p:spPr>
          <a:xfrm>
            <a:off x="84350" y="1371649"/>
            <a:ext cx="8472300" cy="18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Find the odd man out.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A. A B Vajpayee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B. Pratibha Patil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C. Rajiv Gandhi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D. Manmohan Singh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80" name="Google Shape;280;gff13a195eb_0_441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ff13a195eb_0_441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ff13a195eb_0_441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Q0</a:t>
            </a:r>
            <a:r>
              <a:rPr lang="en-GB" sz="2000" b="1">
                <a:solidFill>
                  <a:srgbClr val="FFFFFF"/>
                </a:solidFill>
              </a:rPr>
              <a:t>6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3" name="Google Shape;283;gff13a195eb_0_441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B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ff13a195eb_0_449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89" name="Google Shape;289;gff13a195eb_0_449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ff13a195eb_0_449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ff13a195eb_0_449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Q06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292" name="Google Shape;292;gff13a195eb_0_449"/>
          <p:cNvSpPr txBox="1"/>
          <p:nvPr/>
        </p:nvSpPr>
        <p:spPr>
          <a:xfrm>
            <a:off x="150350" y="1400350"/>
            <a:ext cx="89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Except Pratibha Patil(who was President of India) rest are Ex Prime ministers of India.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ff13a195eb_0_457"/>
          <p:cNvSpPr txBox="1"/>
          <p:nvPr/>
        </p:nvSpPr>
        <p:spPr>
          <a:xfrm>
            <a:off x="84350" y="1371649"/>
            <a:ext cx="8472300" cy="20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Find the odd man out.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A. Unfaithfulness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B. Loyalty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C. Betrayal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D. Infidelity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98" name="Google Shape;298;gff13a195eb_0_457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gff13a195eb_0_457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ff13a195eb_0_457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Q0</a:t>
            </a:r>
            <a:r>
              <a:rPr lang="en-GB" sz="2000" b="1">
                <a:solidFill>
                  <a:srgbClr val="FFFFFF"/>
                </a:solidFill>
              </a:rPr>
              <a:t>7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1" name="Google Shape;301;gff13a195eb_0_457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B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ff13a195eb_0_465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07" name="Google Shape;307;gff13a195eb_0_465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ff13a195eb_0_465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ff13a195eb_0_465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Q07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310" name="Google Shape;310;gff13a195eb_0_465"/>
          <p:cNvSpPr txBox="1"/>
          <p:nvPr/>
        </p:nvSpPr>
        <p:spPr>
          <a:xfrm>
            <a:off x="150350" y="1400350"/>
            <a:ext cx="89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All are antonyms of loyalty.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ff13a195eb_0_473"/>
          <p:cNvSpPr txBox="1"/>
          <p:nvPr/>
        </p:nvSpPr>
        <p:spPr>
          <a:xfrm>
            <a:off x="84350" y="1371649"/>
            <a:ext cx="8472300" cy="20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Find the odd man out.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A. Spade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B. Shovel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C. Trowel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D. Weeder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16" name="Google Shape;316;gff13a195eb_0_473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ff13a195eb_0_473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ff13a195eb_0_473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Q0</a:t>
            </a:r>
            <a:r>
              <a:rPr lang="en-GB" sz="2000" b="1">
                <a:solidFill>
                  <a:srgbClr val="FFFFFF"/>
                </a:solidFill>
              </a:rPr>
              <a:t>8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9" name="Google Shape;319;gff13a195eb_0_473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D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ff13a195eb_0_481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25" name="Google Shape;325;gff13a195eb_0_481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ff13a195eb_0_481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ff13a195eb_0_481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Q08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328" name="Google Shape;328;gff13a195eb_0_481"/>
          <p:cNvSpPr txBox="1"/>
          <p:nvPr/>
        </p:nvSpPr>
        <p:spPr>
          <a:xfrm>
            <a:off x="150350" y="1400350"/>
            <a:ext cx="8911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Tools like Spade, Shovel and Trowel are used for digging whereas Weeder is a tool used to remove seeds from land. So, grouping of options can be done based on their "Purpose".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f13a195eb_0_489"/>
          <p:cNvSpPr txBox="1"/>
          <p:nvPr/>
        </p:nvSpPr>
        <p:spPr>
          <a:xfrm>
            <a:off x="84350" y="1371649"/>
            <a:ext cx="8472300" cy="20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Find the odd man out.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A. Regiment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B. Lieutenant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C. Colonel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E. Brigadier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334" name="Google Shape;334;gff13a195eb_0_489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ff13a195eb_0_489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ff13a195eb_0_489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Q0</a:t>
            </a:r>
            <a:r>
              <a:rPr lang="en-GB" sz="2000" b="1">
                <a:solidFill>
                  <a:srgbClr val="FFFFFF"/>
                </a:solidFill>
              </a:rPr>
              <a:t>9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7" name="Google Shape;337;gff13a195eb_0_489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A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ff13a195eb_0_497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43" name="Google Shape;343;gff13a195eb_0_497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ff13a195eb_0_497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ff13a195eb_0_497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Q09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346" name="Google Shape;346;gff13a195eb_0_497"/>
          <p:cNvSpPr txBox="1"/>
          <p:nvPr/>
        </p:nvSpPr>
        <p:spPr>
          <a:xfrm>
            <a:off x="150350" y="1400350"/>
            <a:ext cx="89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Except Regiment, all others are rank of army officers.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ff13a195eb_0_505"/>
          <p:cNvSpPr txBox="1"/>
          <p:nvPr/>
        </p:nvSpPr>
        <p:spPr>
          <a:xfrm>
            <a:off x="84350" y="1371649"/>
            <a:ext cx="8472300" cy="20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>
                <a:solidFill>
                  <a:schemeClr val="dk1"/>
                </a:solidFill>
              </a:rPr>
              <a:t>Find the odd man out.</a:t>
            </a:r>
            <a:endParaRPr sz="1800">
              <a:solidFill>
                <a:schemeClr val="dk1"/>
              </a:solidFill>
              <a:highlight>
                <a:srgbClr val="FBFBFB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A. Dispur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B. Leh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C. Shimla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D. Panaji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52" name="Google Shape;352;gff13a195eb_0_505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ff13a195eb_0_505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ff13a195eb_0_505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Q10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5" name="Google Shape;355;gff13a195eb_0_505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B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ff13a195eb_0_513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61" name="Google Shape;361;gff13a195eb_0_513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gff13a195eb_0_513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ff13a195eb_0_513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Q10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364" name="Google Shape;364;gff13a195eb_0_513"/>
          <p:cNvSpPr txBox="1"/>
          <p:nvPr/>
        </p:nvSpPr>
        <p:spPr>
          <a:xfrm>
            <a:off x="150350" y="1400350"/>
            <a:ext cx="89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All except Leh are capitals of Indian states, while Leh is a hill station.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ff13a195eb_0_521"/>
          <p:cNvSpPr txBox="1"/>
          <p:nvPr/>
        </p:nvSpPr>
        <p:spPr>
          <a:xfrm>
            <a:off x="84350" y="1371649"/>
            <a:ext cx="8472300" cy="20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>
                <a:solidFill>
                  <a:schemeClr val="dk1"/>
                </a:solidFill>
              </a:rPr>
              <a:t>Find the odd man out.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A. May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B. August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C. June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D. January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70" name="Google Shape;370;gff13a195eb_0_521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gff13a195eb_0_521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ff13a195eb_0_521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</a:t>
            </a:r>
            <a:r>
              <a:rPr lang="en-GB" sz="2000" b="1">
                <a:solidFill>
                  <a:srgbClr val="FFFFFF"/>
                </a:solidFill>
              </a:rPr>
              <a:t>11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3" name="Google Shape;373;gff13a195eb_0_521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C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ff13a195eb_0_529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79" name="Google Shape;379;gff13a195eb_0_529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ff13a195eb_0_529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ff13a195eb_0_529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Q11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382" name="Google Shape;382;gff13a195eb_0_529"/>
          <p:cNvSpPr txBox="1"/>
          <p:nvPr/>
        </p:nvSpPr>
        <p:spPr>
          <a:xfrm>
            <a:off x="150350" y="1400350"/>
            <a:ext cx="89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Except June rest have 31 days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ff13a195eb_0_537"/>
          <p:cNvSpPr txBox="1"/>
          <p:nvPr/>
        </p:nvSpPr>
        <p:spPr>
          <a:xfrm>
            <a:off x="84350" y="1371649"/>
            <a:ext cx="8472300" cy="20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>
                <a:solidFill>
                  <a:schemeClr val="dk1"/>
                </a:solidFill>
              </a:rPr>
              <a:t>Find the odd man out.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A. Fleas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B. Parrot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C. Harbor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D. Grasshoppers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88" name="Google Shape;388;gff13a195eb_0_537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ff13a195eb_0_537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ff13a195eb_0_537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</a:t>
            </a:r>
            <a:r>
              <a:rPr lang="en-GB" sz="2000" b="1">
                <a:solidFill>
                  <a:srgbClr val="FFFFFF"/>
                </a:solidFill>
              </a:rPr>
              <a:t>1</a:t>
            </a:r>
            <a:r>
              <a:rPr lang="en-GB" sz="2000" b="1">
                <a:solidFill>
                  <a:srgbClr val="FFFFFF"/>
                </a:solidFill>
              </a:rPr>
              <a:t>2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1" name="Google Shape;391;gff13a195eb_0_537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B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ff13a195eb_0_545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97" name="Google Shape;397;gff13a195eb_0_545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ff13a195eb_0_545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ff13a195eb_0_545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Q12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400" name="Google Shape;400;gff13a195eb_0_545"/>
          <p:cNvSpPr txBox="1"/>
          <p:nvPr/>
        </p:nvSpPr>
        <p:spPr>
          <a:xfrm>
            <a:off x="150350" y="1400350"/>
            <a:ext cx="89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Except parrot rest are insects.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ff13a195eb_0_553"/>
          <p:cNvSpPr txBox="1"/>
          <p:nvPr/>
        </p:nvSpPr>
        <p:spPr>
          <a:xfrm>
            <a:off x="84350" y="1371649"/>
            <a:ext cx="8472300" cy="20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>
                <a:solidFill>
                  <a:schemeClr val="dk1"/>
                </a:solidFill>
              </a:rPr>
              <a:t>Find the odd man out.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A. Bake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B. Peel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C. Fry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D. Boil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06" name="Google Shape;406;gff13a195eb_0_553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ff13a195eb_0_553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ff13a195eb_0_553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</a:t>
            </a:r>
            <a:r>
              <a:rPr lang="en-GB" sz="2000" b="1">
                <a:solidFill>
                  <a:srgbClr val="FFFFFF"/>
                </a:solidFill>
              </a:rPr>
              <a:t>13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9" name="Google Shape;409;gff13a195eb_0_553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B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ff13a195eb_0_561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415" name="Google Shape;415;gff13a195eb_0_561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ff13a195eb_0_561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ff13a195eb_0_561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Q13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418" name="Google Shape;418;gff13a195eb_0_561"/>
          <p:cNvSpPr txBox="1"/>
          <p:nvPr/>
        </p:nvSpPr>
        <p:spPr>
          <a:xfrm>
            <a:off x="150350" y="1400350"/>
            <a:ext cx="89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Peel, as it is the only thing that can be done with hand.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ff13a195eb_0_569"/>
          <p:cNvSpPr txBox="1"/>
          <p:nvPr/>
        </p:nvSpPr>
        <p:spPr>
          <a:xfrm>
            <a:off x="84350" y="1371649"/>
            <a:ext cx="8472300" cy="18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</a:rPr>
              <a:t>Find the odd man out.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A. Onions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B. Garlic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C. Radish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D. cauliflower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24" name="Google Shape;424;gff13a195eb_0_569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ff13a195eb_0_569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ff13a195eb_0_569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</a:t>
            </a:r>
            <a:r>
              <a:rPr lang="en-GB" sz="2000" b="1">
                <a:solidFill>
                  <a:srgbClr val="FFFFFF"/>
                </a:solidFill>
              </a:rPr>
              <a:t>14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27" name="Google Shape;427;gff13a195eb_0_569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D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ff13a195eb_0_577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433" name="Google Shape;433;gff13a195eb_0_577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gff13a195eb_0_577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ff13a195eb_0_577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Q14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436" name="Google Shape;436;gff13a195eb_0_577"/>
          <p:cNvSpPr txBox="1"/>
          <p:nvPr/>
        </p:nvSpPr>
        <p:spPr>
          <a:xfrm>
            <a:off x="150350" y="1400350"/>
            <a:ext cx="89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Here all the vegetables grow underground except cauliflower.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ff13a195eb_0_585"/>
          <p:cNvSpPr txBox="1"/>
          <p:nvPr/>
        </p:nvSpPr>
        <p:spPr>
          <a:xfrm>
            <a:off x="84350" y="1371649"/>
            <a:ext cx="8472300" cy="20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>
                <a:solidFill>
                  <a:schemeClr val="dk1"/>
                </a:solidFill>
              </a:rPr>
              <a:t>Find the odd man out.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A. Gallon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B. Ton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C. Quintal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D. Kilogram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42" name="Google Shape;442;gff13a195eb_0_585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ff13a195eb_0_585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gff13a195eb_0_585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Question: Q</a:t>
            </a:r>
            <a:r>
              <a:rPr lang="en-GB" sz="2000" b="1">
                <a:solidFill>
                  <a:srgbClr val="FFFFFF"/>
                </a:solidFill>
              </a:rPr>
              <a:t>15</a:t>
            </a:r>
            <a:endParaRPr sz="2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5" name="Google Shape;445;gff13a195eb_0_585"/>
          <p:cNvSpPr txBox="1"/>
          <p:nvPr/>
        </p:nvSpPr>
        <p:spPr>
          <a:xfrm>
            <a:off x="7189450" y="43243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: </a:t>
            </a:r>
            <a:r>
              <a:rPr lang="en-GB" sz="1600" b="1">
                <a:solidFill>
                  <a:schemeClr val="dk1"/>
                </a:solidFill>
              </a:rPr>
              <a:t>A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ff13a195eb_0_593"/>
          <p:cNvSpPr txBox="1"/>
          <p:nvPr/>
        </p:nvSpPr>
        <p:spPr>
          <a:xfrm>
            <a:off x="342900" y="1009649"/>
            <a:ext cx="84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451" name="Google Shape;451;gff13a195eb_0_593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ff13a195eb_0_593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gff13a195eb_0_593"/>
          <p:cNvSpPr/>
          <p:nvPr/>
        </p:nvSpPr>
        <p:spPr>
          <a:xfrm>
            <a:off x="3247950" y="270400"/>
            <a:ext cx="2832600" cy="449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Explanation: Q15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454" name="Google Shape;454;gff13a195eb_0_593"/>
          <p:cNvSpPr txBox="1"/>
          <p:nvPr/>
        </p:nvSpPr>
        <p:spPr>
          <a:xfrm>
            <a:off x="150350" y="1400350"/>
            <a:ext cx="89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All except Gallon are units for measuring the weights of solids.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2557</Words>
  <Application>WPS Presentation</Application>
  <PresentationFormat/>
  <Paragraphs>218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Arial</vt:lpstr>
      <vt:lpstr>SimSun</vt:lpstr>
      <vt:lpstr>Wingdings</vt:lpstr>
      <vt:lpstr>Arial</vt:lpstr>
      <vt:lpstr>Roboto</vt:lpstr>
      <vt:lpstr>Microsoft YaHei</vt:lpstr>
      <vt:lpstr>Arial Unicode MS</vt:lpstr>
      <vt:lpstr>Calibri</vt:lpstr>
      <vt:lpstr>Proxima Nova</vt:lpstr>
      <vt:lpstr>Simple Light</vt:lpstr>
      <vt:lpstr>Simple Light</vt:lpstr>
      <vt:lpstr>Simple Light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Prasanth P</cp:lastModifiedBy>
  <cp:revision>1</cp:revision>
  <dcterms:created xsi:type="dcterms:W3CDTF">2023-01-05T07:24:27Z</dcterms:created>
  <dcterms:modified xsi:type="dcterms:W3CDTF">2023-01-05T07:24:27Z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D1AC23656BD8423E814F07E93568CB60</vt:lpwstr>
  </property>
  <property fmtid="{D5CDD505-2E9C-101B-9397-08002B2CF9AE}" pid="3" name="KSOProductBuildVer">
    <vt:lpwstr>1033-11.2.0.11214</vt:lpwstr>
  </property>
</Properties>
</file>