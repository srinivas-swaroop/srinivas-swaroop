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13">
          <p15:clr>
            <a:srgbClr val="A4A3A4"/>
          </p15:clr>
        </p15:guide>
        <p15:guide id="2" orient="horz" pos="1638">
          <p15:clr>
            <a:srgbClr val="A4A3A4"/>
          </p15:clr>
        </p15:guide>
        <p15:guide id="3" orient="horz" pos="2908">
          <p15:clr>
            <a:srgbClr val="A4A3A4"/>
          </p15:clr>
        </p15:guide>
        <p15:guide id="4" orient="horz" pos="3702">
          <p15:clr>
            <a:srgbClr val="A4A3A4"/>
          </p15:clr>
        </p15:guide>
        <p15:guide id="5" pos="657">
          <p15:clr>
            <a:srgbClr val="A4A3A4"/>
          </p15:clr>
        </p15:guide>
        <p15:guide id="6" pos="2132">
          <p15:clr>
            <a:srgbClr val="A4A3A4"/>
          </p15:clr>
        </p15:guide>
      </p15:sldGuideLst>
    </p:ext>
    <p:ext uri="http://customooxmlschemas.google.com/">
      <go:slidesCustomData xmlns:go="http://customooxmlschemas.google.com/" r:id="rId15" roundtripDataSignature="AMtx7mhd8vWZ1KRBqrGoCpi4cVswASIPo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13" orient="horz"/>
        <p:guide pos="1638" orient="horz"/>
        <p:guide pos="2908" orient="horz"/>
        <p:guide pos="3702" orient="horz"/>
        <p:guide pos="657"/>
        <p:guide pos="2132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customschemas.google.com/relationships/presentationmetadata" Target="metadata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09550" lvl="0" marL="2857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03" name="Google Shape;103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36" name="Google Shape;13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" name="Google Shape;26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09550" lvl="0" marL="2857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62" name="Google Shape;26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jp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jp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jp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jp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">
  <p:cSld name="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lose up of a logo&#10;&#10;Description generated with high confidence" id="16" name="Google Shape;16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76799" y="244800"/>
            <a:ext cx="1022401" cy="10224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colorful, colored&#10;&#10;Description generated with very high confidence" id="17" name="Google Shape;17;p11"/>
          <p:cNvPicPr preferRelativeResize="0"/>
          <p:nvPr/>
        </p:nvPicPr>
        <p:blipFill rotWithShape="1">
          <a:blip r:embed="rId3">
            <a:alphaModFix/>
          </a:blip>
          <a:srcRect b="93219" l="0" r="0" t="-85"/>
          <a:stretch/>
        </p:blipFill>
        <p:spPr>
          <a:xfrm>
            <a:off x="0" y="6465600"/>
            <a:ext cx="9144000" cy="39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11"/>
          <p:cNvSpPr/>
          <p:nvPr/>
        </p:nvSpPr>
        <p:spPr>
          <a:xfrm>
            <a:off x="8717540" y="6591328"/>
            <a:ext cx="57600" cy="576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">
  <p:cSld name="2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lose up of a logo&#10;&#10;Description generated with high confidence" id="20" name="Google Shape;20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76799" y="244800"/>
            <a:ext cx="1022401" cy="10224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colorful, colored&#10;&#10;Description generated with very high confidence" id="21" name="Google Shape;21;p12"/>
          <p:cNvPicPr preferRelativeResize="0"/>
          <p:nvPr/>
        </p:nvPicPr>
        <p:blipFill rotWithShape="1">
          <a:blip r:embed="rId3">
            <a:alphaModFix/>
          </a:blip>
          <a:srcRect b="84419" l="0" r="0" t="8715"/>
          <a:stretch/>
        </p:blipFill>
        <p:spPr>
          <a:xfrm>
            <a:off x="0" y="6465600"/>
            <a:ext cx="9144000" cy="39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12"/>
          <p:cNvSpPr/>
          <p:nvPr/>
        </p:nvSpPr>
        <p:spPr>
          <a:xfrm>
            <a:off x="8793970" y="6591328"/>
            <a:ext cx="57600" cy="576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2"/>
          <p:cNvSpPr/>
          <p:nvPr/>
        </p:nvSpPr>
        <p:spPr>
          <a:xfrm>
            <a:off x="8717540" y="6591328"/>
            <a:ext cx="57600" cy="576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">
  <p:cSld name="3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lose up of a logo&#10;&#10;Description generated with high confidence" id="25" name="Google Shape;25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76799" y="244801"/>
            <a:ext cx="1022401" cy="9635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colorful, colored&#10;&#10;Description generated with very high confidence" id="26" name="Google Shape;26;p13"/>
          <p:cNvPicPr preferRelativeResize="0"/>
          <p:nvPr/>
        </p:nvPicPr>
        <p:blipFill rotWithShape="1">
          <a:blip r:embed="rId3">
            <a:alphaModFix/>
          </a:blip>
          <a:srcRect b="72519" l="0" r="0" t="20615"/>
          <a:stretch/>
        </p:blipFill>
        <p:spPr>
          <a:xfrm>
            <a:off x="0" y="6465600"/>
            <a:ext cx="9144000" cy="39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13"/>
          <p:cNvSpPr/>
          <p:nvPr/>
        </p:nvSpPr>
        <p:spPr>
          <a:xfrm>
            <a:off x="8870400" y="6591328"/>
            <a:ext cx="57600" cy="576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3"/>
          <p:cNvSpPr/>
          <p:nvPr/>
        </p:nvSpPr>
        <p:spPr>
          <a:xfrm>
            <a:off x="8793970" y="6591328"/>
            <a:ext cx="57600" cy="576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3"/>
          <p:cNvSpPr/>
          <p:nvPr/>
        </p:nvSpPr>
        <p:spPr>
          <a:xfrm>
            <a:off x="8717540" y="6591328"/>
            <a:ext cx="57600" cy="576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">
  <p:cSld name="4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lose up of a logo&#10;&#10;Description generated with high confidence" id="31" name="Google Shape;31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76799" y="244800"/>
            <a:ext cx="1022401" cy="10224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colorful, colored&#10;&#10;Description generated with very high confidence" id="32" name="Google Shape;32;p14"/>
          <p:cNvPicPr preferRelativeResize="0"/>
          <p:nvPr/>
        </p:nvPicPr>
        <p:blipFill rotWithShape="1">
          <a:blip r:embed="rId3">
            <a:alphaModFix/>
          </a:blip>
          <a:srcRect b="37530" l="0" r="0" t="55603"/>
          <a:stretch/>
        </p:blipFill>
        <p:spPr>
          <a:xfrm>
            <a:off x="0" y="6465600"/>
            <a:ext cx="9144000" cy="39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14"/>
          <p:cNvSpPr/>
          <p:nvPr/>
        </p:nvSpPr>
        <p:spPr>
          <a:xfrm>
            <a:off x="8946830" y="6591328"/>
            <a:ext cx="57600" cy="576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4"/>
          <p:cNvSpPr/>
          <p:nvPr/>
        </p:nvSpPr>
        <p:spPr>
          <a:xfrm>
            <a:off x="8870400" y="6591328"/>
            <a:ext cx="57600" cy="576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14"/>
          <p:cNvSpPr/>
          <p:nvPr/>
        </p:nvSpPr>
        <p:spPr>
          <a:xfrm>
            <a:off x="8793970" y="6591328"/>
            <a:ext cx="57600" cy="576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14"/>
          <p:cNvSpPr/>
          <p:nvPr/>
        </p:nvSpPr>
        <p:spPr>
          <a:xfrm>
            <a:off x="8717540" y="6591328"/>
            <a:ext cx="57600" cy="576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">
  <p:cSld name="5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lose up of a logo&#10;&#10;Description generated with high confidence" id="38" name="Google Shape;38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76799" y="244800"/>
            <a:ext cx="1022401" cy="10224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colorful, colored&#10;&#10;Description generated with very high confidence" id="39" name="Google Shape;39;p15"/>
          <p:cNvPicPr preferRelativeResize="0"/>
          <p:nvPr/>
        </p:nvPicPr>
        <p:blipFill rotWithShape="1">
          <a:blip r:embed="rId3">
            <a:alphaModFix/>
          </a:blip>
          <a:srcRect b="57014" l="0" r="0" t="36120"/>
          <a:stretch/>
        </p:blipFill>
        <p:spPr>
          <a:xfrm>
            <a:off x="0" y="6465600"/>
            <a:ext cx="9144000" cy="3924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15"/>
          <p:cNvSpPr/>
          <p:nvPr/>
        </p:nvSpPr>
        <p:spPr>
          <a:xfrm>
            <a:off x="8946830" y="6591328"/>
            <a:ext cx="57600" cy="576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15"/>
          <p:cNvSpPr/>
          <p:nvPr/>
        </p:nvSpPr>
        <p:spPr>
          <a:xfrm>
            <a:off x="9023260" y="6591328"/>
            <a:ext cx="57600" cy="576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15"/>
          <p:cNvSpPr/>
          <p:nvPr/>
        </p:nvSpPr>
        <p:spPr>
          <a:xfrm>
            <a:off x="8870400" y="6591328"/>
            <a:ext cx="57600" cy="576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15"/>
          <p:cNvSpPr/>
          <p:nvPr/>
        </p:nvSpPr>
        <p:spPr>
          <a:xfrm>
            <a:off x="8793970" y="6591328"/>
            <a:ext cx="57600" cy="576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15"/>
          <p:cNvSpPr/>
          <p:nvPr/>
        </p:nvSpPr>
        <p:spPr>
          <a:xfrm>
            <a:off x="8717540" y="6591328"/>
            <a:ext cx="57600" cy="576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">
  <p:cSld name="6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lose up of a logo&#10;&#10;Description generated with high confidence" id="46" name="Google Shape;46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76799" y="244800"/>
            <a:ext cx="1022401" cy="10224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colorful, colored&#10;&#10;Description generated with very high confidence" id="47" name="Google Shape;47;p16"/>
          <p:cNvPicPr preferRelativeResize="0"/>
          <p:nvPr/>
        </p:nvPicPr>
        <p:blipFill rotWithShape="1">
          <a:blip r:embed="rId3">
            <a:alphaModFix/>
          </a:blip>
          <a:srcRect b="28617" l="0" r="0" t="64517"/>
          <a:stretch/>
        </p:blipFill>
        <p:spPr>
          <a:xfrm>
            <a:off x="0" y="6465600"/>
            <a:ext cx="9144000" cy="3924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16"/>
          <p:cNvSpPr/>
          <p:nvPr/>
        </p:nvSpPr>
        <p:spPr>
          <a:xfrm>
            <a:off x="8946830" y="6591328"/>
            <a:ext cx="57600" cy="576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16"/>
          <p:cNvSpPr/>
          <p:nvPr/>
        </p:nvSpPr>
        <p:spPr>
          <a:xfrm>
            <a:off x="9023260" y="6591328"/>
            <a:ext cx="57600" cy="576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16"/>
          <p:cNvSpPr/>
          <p:nvPr/>
        </p:nvSpPr>
        <p:spPr>
          <a:xfrm>
            <a:off x="8870400" y="6591328"/>
            <a:ext cx="57600" cy="576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16"/>
          <p:cNvSpPr/>
          <p:nvPr/>
        </p:nvSpPr>
        <p:spPr>
          <a:xfrm>
            <a:off x="8793970" y="6591328"/>
            <a:ext cx="57600" cy="576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16"/>
          <p:cNvSpPr/>
          <p:nvPr/>
        </p:nvSpPr>
        <p:spPr>
          <a:xfrm>
            <a:off x="8717540" y="6591328"/>
            <a:ext cx="57600" cy="576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16"/>
          <p:cNvSpPr/>
          <p:nvPr/>
        </p:nvSpPr>
        <p:spPr>
          <a:xfrm>
            <a:off x="8717540" y="6674672"/>
            <a:ext cx="57600" cy="576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">
  <p:cSld name="7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lose up of a logo&#10;&#10;Description generated with high confidence" id="55" name="Google Shape;55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76799" y="244800"/>
            <a:ext cx="1022401" cy="10224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colorful, colored&#10;&#10;Description generated with very high confidence" id="56" name="Google Shape;56;p17"/>
          <p:cNvPicPr preferRelativeResize="0"/>
          <p:nvPr/>
        </p:nvPicPr>
        <p:blipFill rotWithShape="1">
          <a:blip r:embed="rId3">
            <a:alphaModFix/>
          </a:blip>
          <a:srcRect b="4070" l="0" r="0" t="89063"/>
          <a:stretch/>
        </p:blipFill>
        <p:spPr>
          <a:xfrm flipH="1">
            <a:off x="0" y="6465600"/>
            <a:ext cx="9144000" cy="3924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7"/>
          <p:cNvSpPr/>
          <p:nvPr/>
        </p:nvSpPr>
        <p:spPr>
          <a:xfrm>
            <a:off x="8946830" y="6591328"/>
            <a:ext cx="57600" cy="576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17"/>
          <p:cNvSpPr/>
          <p:nvPr/>
        </p:nvSpPr>
        <p:spPr>
          <a:xfrm>
            <a:off x="9023260" y="6591328"/>
            <a:ext cx="57600" cy="576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7"/>
          <p:cNvSpPr/>
          <p:nvPr/>
        </p:nvSpPr>
        <p:spPr>
          <a:xfrm>
            <a:off x="8870400" y="6591328"/>
            <a:ext cx="57600" cy="576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17"/>
          <p:cNvSpPr/>
          <p:nvPr/>
        </p:nvSpPr>
        <p:spPr>
          <a:xfrm>
            <a:off x="8793970" y="6591328"/>
            <a:ext cx="57600" cy="576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7"/>
          <p:cNvSpPr/>
          <p:nvPr/>
        </p:nvSpPr>
        <p:spPr>
          <a:xfrm>
            <a:off x="8717540" y="6591328"/>
            <a:ext cx="57600" cy="576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7"/>
          <p:cNvSpPr/>
          <p:nvPr/>
        </p:nvSpPr>
        <p:spPr>
          <a:xfrm>
            <a:off x="8793970" y="6674672"/>
            <a:ext cx="57600" cy="576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7"/>
          <p:cNvSpPr/>
          <p:nvPr/>
        </p:nvSpPr>
        <p:spPr>
          <a:xfrm>
            <a:off x="8717540" y="6674672"/>
            <a:ext cx="57600" cy="576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">
  <p:cSld name="9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lose up of a logo&#10;&#10;Description generated with high confidence" id="65" name="Google Shape;65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76799" y="244800"/>
            <a:ext cx="1022401" cy="10224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colorful, colored&#10;&#10;Description generated with very high confidence" id="66" name="Google Shape;66;p18"/>
          <p:cNvPicPr preferRelativeResize="0"/>
          <p:nvPr/>
        </p:nvPicPr>
        <p:blipFill rotWithShape="1">
          <a:blip r:embed="rId3">
            <a:alphaModFix/>
          </a:blip>
          <a:srcRect b="44845" l="0" r="0" t="48288"/>
          <a:stretch/>
        </p:blipFill>
        <p:spPr>
          <a:xfrm flipH="1">
            <a:off x="0" y="6465600"/>
            <a:ext cx="9144000" cy="39240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8"/>
          <p:cNvSpPr/>
          <p:nvPr/>
        </p:nvSpPr>
        <p:spPr>
          <a:xfrm>
            <a:off x="8946830" y="6591328"/>
            <a:ext cx="57600" cy="576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8"/>
          <p:cNvSpPr/>
          <p:nvPr/>
        </p:nvSpPr>
        <p:spPr>
          <a:xfrm>
            <a:off x="9023260" y="6591328"/>
            <a:ext cx="57600" cy="576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8"/>
          <p:cNvSpPr/>
          <p:nvPr/>
        </p:nvSpPr>
        <p:spPr>
          <a:xfrm>
            <a:off x="8870400" y="6591328"/>
            <a:ext cx="57600" cy="576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8"/>
          <p:cNvSpPr/>
          <p:nvPr/>
        </p:nvSpPr>
        <p:spPr>
          <a:xfrm>
            <a:off x="8793970" y="6591328"/>
            <a:ext cx="57600" cy="576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8"/>
          <p:cNvSpPr/>
          <p:nvPr/>
        </p:nvSpPr>
        <p:spPr>
          <a:xfrm>
            <a:off x="8717540" y="6591328"/>
            <a:ext cx="57600" cy="576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8"/>
          <p:cNvSpPr/>
          <p:nvPr/>
        </p:nvSpPr>
        <p:spPr>
          <a:xfrm>
            <a:off x="8946830" y="6674672"/>
            <a:ext cx="57600" cy="576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8"/>
          <p:cNvSpPr/>
          <p:nvPr/>
        </p:nvSpPr>
        <p:spPr>
          <a:xfrm>
            <a:off x="8870400" y="6674672"/>
            <a:ext cx="57600" cy="576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8"/>
          <p:cNvSpPr/>
          <p:nvPr/>
        </p:nvSpPr>
        <p:spPr>
          <a:xfrm>
            <a:off x="8793970" y="6674672"/>
            <a:ext cx="57600" cy="576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8"/>
          <p:cNvSpPr/>
          <p:nvPr/>
        </p:nvSpPr>
        <p:spPr>
          <a:xfrm>
            <a:off x="8717540" y="6674672"/>
            <a:ext cx="57600" cy="576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">
  <p:cSld name="8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lose up of a logo&#10;&#10;Description generated with high confidence" id="77" name="Google Shape;77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76799" y="244800"/>
            <a:ext cx="1022401" cy="10224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colorful, colored&#10;&#10;Description generated with very high confidence" id="78" name="Google Shape;78;p19"/>
          <p:cNvPicPr preferRelativeResize="0"/>
          <p:nvPr/>
        </p:nvPicPr>
        <p:blipFill rotWithShape="1">
          <a:blip r:embed="rId3">
            <a:alphaModFix/>
          </a:blip>
          <a:srcRect b="61685" l="0" r="0" t="31449"/>
          <a:stretch/>
        </p:blipFill>
        <p:spPr>
          <a:xfrm>
            <a:off x="0" y="6465600"/>
            <a:ext cx="9144000" cy="39240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9"/>
          <p:cNvSpPr/>
          <p:nvPr/>
        </p:nvSpPr>
        <p:spPr>
          <a:xfrm>
            <a:off x="8946830" y="6591328"/>
            <a:ext cx="57600" cy="576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9"/>
          <p:cNvSpPr/>
          <p:nvPr/>
        </p:nvSpPr>
        <p:spPr>
          <a:xfrm>
            <a:off x="9023260" y="6591328"/>
            <a:ext cx="57600" cy="576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9"/>
          <p:cNvSpPr/>
          <p:nvPr/>
        </p:nvSpPr>
        <p:spPr>
          <a:xfrm>
            <a:off x="8870400" y="6591328"/>
            <a:ext cx="57600" cy="576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9"/>
          <p:cNvSpPr/>
          <p:nvPr/>
        </p:nvSpPr>
        <p:spPr>
          <a:xfrm>
            <a:off x="8793970" y="6591328"/>
            <a:ext cx="57600" cy="576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9"/>
          <p:cNvSpPr/>
          <p:nvPr/>
        </p:nvSpPr>
        <p:spPr>
          <a:xfrm>
            <a:off x="8717540" y="6591328"/>
            <a:ext cx="57600" cy="576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9"/>
          <p:cNvSpPr/>
          <p:nvPr/>
        </p:nvSpPr>
        <p:spPr>
          <a:xfrm>
            <a:off x="8870400" y="6674672"/>
            <a:ext cx="57600" cy="576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9"/>
          <p:cNvSpPr/>
          <p:nvPr/>
        </p:nvSpPr>
        <p:spPr>
          <a:xfrm>
            <a:off x="8793970" y="6674672"/>
            <a:ext cx="57600" cy="576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9"/>
          <p:cNvSpPr/>
          <p:nvPr/>
        </p:nvSpPr>
        <p:spPr>
          <a:xfrm>
            <a:off x="8717540" y="6674672"/>
            <a:ext cx="57600" cy="576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">
  <p:cSld name="10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lose up of a logo&#10;&#10;Description generated with high confidence" id="88" name="Google Shape;88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76799" y="244800"/>
            <a:ext cx="1022401" cy="10224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colorful, colored&#10;&#10;Description generated with very high confidence" id="89" name="Google Shape;89;p20"/>
          <p:cNvPicPr preferRelativeResize="0"/>
          <p:nvPr/>
        </p:nvPicPr>
        <p:blipFill rotWithShape="1">
          <a:blip r:embed="rId3">
            <a:alphaModFix/>
          </a:blip>
          <a:srcRect b="44845" l="0" r="0" t="48288"/>
          <a:stretch/>
        </p:blipFill>
        <p:spPr>
          <a:xfrm flipH="1" rot="10800000">
            <a:off x="0" y="6465600"/>
            <a:ext cx="9144000" cy="3924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20"/>
          <p:cNvSpPr/>
          <p:nvPr/>
        </p:nvSpPr>
        <p:spPr>
          <a:xfrm>
            <a:off x="8946830" y="6591328"/>
            <a:ext cx="57600" cy="576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20"/>
          <p:cNvSpPr/>
          <p:nvPr/>
        </p:nvSpPr>
        <p:spPr>
          <a:xfrm>
            <a:off x="9023260" y="6591328"/>
            <a:ext cx="57600" cy="576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20"/>
          <p:cNvSpPr/>
          <p:nvPr/>
        </p:nvSpPr>
        <p:spPr>
          <a:xfrm>
            <a:off x="8870400" y="6591328"/>
            <a:ext cx="57600" cy="576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20"/>
          <p:cNvSpPr/>
          <p:nvPr/>
        </p:nvSpPr>
        <p:spPr>
          <a:xfrm>
            <a:off x="8793970" y="6591328"/>
            <a:ext cx="57600" cy="576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20"/>
          <p:cNvSpPr/>
          <p:nvPr/>
        </p:nvSpPr>
        <p:spPr>
          <a:xfrm>
            <a:off x="8717540" y="6591328"/>
            <a:ext cx="57600" cy="576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20"/>
          <p:cNvSpPr/>
          <p:nvPr/>
        </p:nvSpPr>
        <p:spPr>
          <a:xfrm>
            <a:off x="8946830" y="6674672"/>
            <a:ext cx="57600" cy="576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20"/>
          <p:cNvSpPr/>
          <p:nvPr/>
        </p:nvSpPr>
        <p:spPr>
          <a:xfrm>
            <a:off x="9023260" y="6674672"/>
            <a:ext cx="57600" cy="576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0"/>
          <p:cNvSpPr/>
          <p:nvPr/>
        </p:nvSpPr>
        <p:spPr>
          <a:xfrm>
            <a:off x="8870400" y="6674672"/>
            <a:ext cx="57600" cy="576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20"/>
          <p:cNvSpPr/>
          <p:nvPr/>
        </p:nvSpPr>
        <p:spPr>
          <a:xfrm>
            <a:off x="8793970" y="6674672"/>
            <a:ext cx="57600" cy="576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20"/>
          <p:cNvSpPr/>
          <p:nvPr/>
        </p:nvSpPr>
        <p:spPr>
          <a:xfrm>
            <a:off x="8717540" y="6674672"/>
            <a:ext cx="57600" cy="576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0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"/>
          <p:cNvSpPr txBox="1"/>
          <p:nvPr/>
        </p:nvSpPr>
        <p:spPr>
          <a:xfrm>
            <a:off x="-2911581" y="1076507"/>
            <a:ext cx="3044103" cy="1600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4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HEADING</a:t>
            </a:r>
            <a:r>
              <a:rPr b="0" i="0" lang="en-GB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GB" sz="4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HEADING 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HEADING 3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6" name="Google Shape;10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17292" y="1090590"/>
            <a:ext cx="3509415" cy="42608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7" name="Google Shape;107;p1"/>
          <p:cNvGrpSpPr/>
          <p:nvPr/>
        </p:nvGrpSpPr>
        <p:grpSpPr>
          <a:xfrm>
            <a:off x="-2169309" y="3631997"/>
            <a:ext cx="421159" cy="103173"/>
            <a:chOff x="-2228588" y="3369027"/>
            <a:chExt cx="421159" cy="103173"/>
          </a:xfrm>
        </p:grpSpPr>
        <p:sp>
          <p:nvSpPr>
            <p:cNvPr id="108" name="Google Shape;108;p1"/>
            <p:cNvSpPr/>
            <p:nvPr/>
          </p:nvSpPr>
          <p:spPr>
            <a:xfrm>
              <a:off x="-2228588" y="3369027"/>
              <a:ext cx="43200" cy="43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1"/>
            <p:cNvSpPr/>
            <p:nvPr/>
          </p:nvSpPr>
          <p:spPr>
            <a:xfrm>
              <a:off x="-2134098" y="3369027"/>
              <a:ext cx="43200" cy="43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1"/>
            <p:cNvSpPr/>
            <p:nvPr/>
          </p:nvSpPr>
          <p:spPr>
            <a:xfrm>
              <a:off x="-2039608" y="3369027"/>
              <a:ext cx="43200" cy="43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1"/>
            <p:cNvSpPr/>
            <p:nvPr/>
          </p:nvSpPr>
          <p:spPr>
            <a:xfrm>
              <a:off x="-1945118" y="3369027"/>
              <a:ext cx="43200" cy="43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1"/>
            <p:cNvSpPr/>
            <p:nvPr/>
          </p:nvSpPr>
          <p:spPr>
            <a:xfrm>
              <a:off x="-1850629" y="3369027"/>
              <a:ext cx="43200" cy="43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1"/>
            <p:cNvSpPr/>
            <p:nvPr/>
          </p:nvSpPr>
          <p:spPr>
            <a:xfrm>
              <a:off x="-2228588" y="3429000"/>
              <a:ext cx="43200" cy="43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1"/>
            <p:cNvSpPr/>
            <p:nvPr/>
          </p:nvSpPr>
          <p:spPr>
            <a:xfrm>
              <a:off x="-2134098" y="3429000"/>
              <a:ext cx="43200" cy="43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1"/>
            <p:cNvSpPr/>
            <p:nvPr/>
          </p:nvSpPr>
          <p:spPr>
            <a:xfrm>
              <a:off x="-2039608" y="3429000"/>
              <a:ext cx="43200" cy="43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1"/>
            <p:cNvSpPr/>
            <p:nvPr/>
          </p:nvSpPr>
          <p:spPr>
            <a:xfrm>
              <a:off x="-1945118" y="3429000"/>
              <a:ext cx="43200" cy="43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" name="Google Shape;117;p1"/>
            <p:cNvSpPr/>
            <p:nvPr/>
          </p:nvSpPr>
          <p:spPr>
            <a:xfrm>
              <a:off x="-1850629" y="3429000"/>
              <a:ext cx="43200" cy="43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8" name="Google Shape;118;p1"/>
          <p:cNvGrpSpPr/>
          <p:nvPr/>
        </p:nvGrpSpPr>
        <p:grpSpPr>
          <a:xfrm>
            <a:off x="-2169309" y="3949366"/>
            <a:ext cx="421159" cy="103173"/>
            <a:chOff x="-2228588" y="3369027"/>
            <a:chExt cx="421159" cy="103173"/>
          </a:xfrm>
        </p:grpSpPr>
        <p:sp>
          <p:nvSpPr>
            <p:cNvPr id="119" name="Google Shape;119;p1"/>
            <p:cNvSpPr/>
            <p:nvPr/>
          </p:nvSpPr>
          <p:spPr>
            <a:xfrm>
              <a:off x="-2228588" y="3369027"/>
              <a:ext cx="43200" cy="43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" name="Google Shape;120;p1"/>
            <p:cNvSpPr/>
            <p:nvPr/>
          </p:nvSpPr>
          <p:spPr>
            <a:xfrm>
              <a:off x="-2134098" y="3369027"/>
              <a:ext cx="43200" cy="43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" name="Google Shape;121;p1"/>
            <p:cNvSpPr/>
            <p:nvPr/>
          </p:nvSpPr>
          <p:spPr>
            <a:xfrm>
              <a:off x="-2039608" y="3369027"/>
              <a:ext cx="43200" cy="43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" name="Google Shape;122;p1"/>
            <p:cNvSpPr/>
            <p:nvPr/>
          </p:nvSpPr>
          <p:spPr>
            <a:xfrm>
              <a:off x="-1945118" y="3369027"/>
              <a:ext cx="43200" cy="43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" name="Google Shape;123;p1"/>
            <p:cNvSpPr/>
            <p:nvPr/>
          </p:nvSpPr>
          <p:spPr>
            <a:xfrm>
              <a:off x="-1850629" y="3369027"/>
              <a:ext cx="43200" cy="43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1"/>
            <p:cNvSpPr/>
            <p:nvPr/>
          </p:nvSpPr>
          <p:spPr>
            <a:xfrm>
              <a:off x="-2228588" y="3429000"/>
              <a:ext cx="43200" cy="43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" name="Google Shape;125;p1"/>
            <p:cNvSpPr/>
            <p:nvPr/>
          </p:nvSpPr>
          <p:spPr>
            <a:xfrm>
              <a:off x="-2134098" y="3429000"/>
              <a:ext cx="43200" cy="43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Google Shape;126;p1"/>
            <p:cNvSpPr/>
            <p:nvPr/>
          </p:nvSpPr>
          <p:spPr>
            <a:xfrm>
              <a:off x="-2039608" y="3429000"/>
              <a:ext cx="43200" cy="43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" name="Google Shape;127;p1"/>
            <p:cNvSpPr/>
            <p:nvPr/>
          </p:nvSpPr>
          <p:spPr>
            <a:xfrm>
              <a:off x="-1945118" y="3429000"/>
              <a:ext cx="43200" cy="43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" name="Google Shape;128;p1"/>
            <p:cNvSpPr/>
            <p:nvPr/>
          </p:nvSpPr>
          <p:spPr>
            <a:xfrm>
              <a:off x="-1850629" y="3429000"/>
              <a:ext cx="43200" cy="43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" name="Google Shape;129;p1"/>
            <p:cNvSpPr/>
            <p:nvPr/>
          </p:nvSpPr>
          <p:spPr>
            <a:xfrm>
              <a:off x="-2125545" y="3369027"/>
              <a:ext cx="43200" cy="43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" name="Google Shape;130;p1"/>
            <p:cNvSpPr/>
            <p:nvPr/>
          </p:nvSpPr>
          <p:spPr>
            <a:xfrm>
              <a:off x="-2031055" y="3369027"/>
              <a:ext cx="43200" cy="43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" name="Google Shape;131;p1"/>
            <p:cNvSpPr/>
            <p:nvPr/>
          </p:nvSpPr>
          <p:spPr>
            <a:xfrm>
              <a:off x="-1936565" y="3369027"/>
              <a:ext cx="43200" cy="43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2" name="Google Shape;132;p1"/>
          <p:cNvSpPr/>
          <p:nvPr/>
        </p:nvSpPr>
        <p:spPr>
          <a:xfrm>
            <a:off x="7844589" y="256674"/>
            <a:ext cx="1010654" cy="99461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"/>
          <p:cNvSpPr txBox="1"/>
          <p:nvPr/>
        </p:nvSpPr>
        <p:spPr>
          <a:xfrm>
            <a:off x="-2911581" y="1076507"/>
            <a:ext cx="3044103" cy="1600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HEADING</a:t>
            </a:r>
            <a:r>
              <a:rPr lang="en-GB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4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HEADING 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HEADING 3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9" name="Google Shape;139;p2"/>
          <p:cNvGrpSpPr/>
          <p:nvPr/>
        </p:nvGrpSpPr>
        <p:grpSpPr>
          <a:xfrm>
            <a:off x="-2169309" y="3631997"/>
            <a:ext cx="421159" cy="103173"/>
            <a:chOff x="-2228588" y="3369027"/>
            <a:chExt cx="421159" cy="103173"/>
          </a:xfrm>
        </p:grpSpPr>
        <p:sp>
          <p:nvSpPr>
            <p:cNvPr id="140" name="Google Shape;140;p2"/>
            <p:cNvSpPr/>
            <p:nvPr/>
          </p:nvSpPr>
          <p:spPr>
            <a:xfrm>
              <a:off x="-2228588" y="3369027"/>
              <a:ext cx="43200" cy="43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" name="Google Shape;141;p2"/>
            <p:cNvSpPr/>
            <p:nvPr/>
          </p:nvSpPr>
          <p:spPr>
            <a:xfrm>
              <a:off x="-2134098" y="3369027"/>
              <a:ext cx="43200" cy="43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" name="Google Shape;142;p2"/>
            <p:cNvSpPr/>
            <p:nvPr/>
          </p:nvSpPr>
          <p:spPr>
            <a:xfrm>
              <a:off x="-2039608" y="3369027"/>
              <a:ext cx="43200" cy="43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" name="Google Shape;143;p2"/>
            <p:cNvSpPr/>
            <p:nvPr/>
          </p:nvSpPr>
          <p:spPr>
            <a:xfrm>
              <a:off x="-1945118" y="3369027"/>
              <a:ext cx="43200" cy="43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" name="Google Shape;144;p2"/>
            <p:cNvSpPr/>
            <p:nvPr/>
          </p:nvSpPr>
          <p:spPr>
            <a:xfrm>
              <a:off x="-1850629" y="3369027"/>
              <a:ext cx="43200" cy="43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" name="Google Shape;145;p2"/>
            <p:cNvSpPr/>
            <p:nvPr/>
          </p:nvSpPr>
          <p:spPr>
            <a:xfrm>
              <a:off x="-2228588" y="3429000"/>
              <a:ext cx="43200" cy="43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p2"/>
            <p:cNvSpPr/>
            <p:nvPr/>
          </p:nvSpPr>
          <p:spPr>
            <a:xfrm>
              <a:off x="-2134098" y="3429000"/>
              <a:ext cx="43200" cy="43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" name="Google Shape;147;p2"/>
            <p:cNvSpPr/>
            <p:nvPr/>
          </p:nvSpPr>
          <p:spPr>
            <a:xfrm>
              <a:off x="-2039608" y="3429000"/>
              <a:ext cx="43200" cy="43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" name="Google Shape;148;p2"/>
            <p:cNvSpPr/>
            <p:nvPr/>
          </p:nvSpPr>
          <p:spPr>
            <a:xfrm>
              <a:off x="-1945118" y="3429000"/>
              <a:ext cx="43200" cy="43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" name="Google Shape;149;p2"/>
            <p:cNvSpPr/>
            <p:nvPr/>
          </p:nvSpPr>
          <p:spPr>
            <a:xfrm>
              <a:off x="-1850629" y="3429000"/>
              <a:ext cx="43200" cy="43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0" name="Google Shape;150;p2"/>
          <p:cNvGrpSpPr/>
          <p:nvPr/>
        </p:nvGrpSpPr>
        <p:grpSpPr>
          <a:xfrm>
            <a:off x="-2169309" y="3949366"/>
            <a:ext cx="421159" cy="103173"/>
            <a:chOff x="-2228588" y="3369027"/>
            <a:chExt cx="421159" cy="103173"/>
          </a:xfrm>
        </p:grpSpPr>
        <p:sp>
          <p:nvSpPr>
            <p:cNvPr id="151" name="Google Shape;151;p2"/>
            <p:cNvSpPr/>
            <p:nvPr/>
          </p:nvSpPr>
          <p:spPr>
            <a:xfrm>
              <a:off x="-2228588" y="3369027"/>
              <a:ext cx="43200" cy="43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" name="Google Shape;152;p2"/>
            <p:cNvSpPr/>
            <p:nvPr/>
          </p:nvSpPr>
          <p:spPr>
            <a:xfrm>
              <a:off x="-2134098" y="3369027"/>
              <a:ext cx="43200" cy="43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" name="Google Shape;153;p2"/>
            <p:cNvSpPr/>
            <p:nvPr/>
          </p:nvSpPr>
          <p:spPr>
            <a:xfrm>
              <a:off x="-2039608" y="3369027"/>
              <a:ext cx="43200" cy="43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" name="Google Shape;154;p2"/>
            <p:cNvSpPr/>
            <p:nvPr/>
          </p:nvSpPr>
          <p:spPr>
            <a:xfrm>
              <a:off x="-1945118" y="3369027"/>
              <a:ext cx="43200" cy="43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" name="Google Shape;155;p2"/>
            <p:cNvSpPr/>
            <p:nvPr/>
          </p:nvSpPr>
          <p:spPr>
            <a:xfrm>
              <a:off x="-1850629" y="3369027"/>
              <a:ext cx="43200" cy="43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" name="Google Shape;156;p2"/>
            <p:cNvSpPr/>
            <p:nvPr/>
          </p:nvSpPr>
          <p:spPr>
            <a:xfrm>
              <a:off x="-2228588" y="3429000"/>
              <a:ext cx="43200" cy="43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" name="Google Shape;157;p2"/>
            <p:cNvSpPr/>
            <p:nvPr/>
          </p:nvSpPr>
          <p:spPr>
            <a:xfrm>
              <a:off x="-2134098" y="3429000"/>
              <a:ext cx="43200" cy="43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" name="Google Shape;158;p2"/>
            <p:cNvSpPr/>
            <p:nvPr/>
          </p:nvSpPr>
          <p:spPr>
            <a:xfrm>
              <a:off x="-2039608" y="3429000"/>
              <a:ext cx="43200" cy="43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" name="Google Shape;159;p2"/>
            <p:cNvSpPr/>
            <p:nvPr/>
          </p:nvSpPr>
          <p:spPr>
            <a:xfrm>
              <a:off x="-1945118" y="3429000"/>
              <a:ext cx="43200" cy="43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" name="Google Shape;160;p2"/>
            <p:cNvSpPr/>
            <p:nvPr/>
          </p:nvSpPr>
          <p:spPr>
            <a:xfrm>
              <a:off x="-1850629" y="3429000"/>
              <a:ext cx="43200" cy="43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" name="Google Shape;161;p2"/>
            <p:cNvSpPr/>
            <p:nvPr/>
          </p:nvSpPr>
          <p:spPr>
            <a:xfrm>
              <a:off x="-2125545" y="3369027"/>
              <a:ext cx="43200" cy="43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" name="Google Shape;162;p2"/>
            <p:cNvSpPr/>
            <p:nvPr/>
          </p:nvSpPr>
          <p:spPr>
            <a:xfrm>
              <a:off x="-2031055" y="3369027"/>
              <a:ext cx="43200" cy="43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" name="Google Shape;163;p2"/>
            <p:cNvSpPr/>
            <p:nvPr/>
          </p:nvSpPr>
          <p:spPr>
            <a:xfrm>
              <a:off x="-1936565" y="3369027"/>
              <a:ext cx="43200" cy="43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4" name="Google Shape;164;p2"/>
          <p:cNvSpPr/>
          <p:nvPr/>
        </p:nvSpPr>
        <p:spPr>
          <a:xfrm>
            <a:off x="7844589" y="256674"/>
            <a:ext cx="1010654" cy="99461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"/>
          <p:cNvSpPr/>
          <p:nvPr/>
        </p:nvSpPr>
        <p:spPr>
          <a:xfrm>
            <a:off x="219600" y="278336"/>
            <a:ext cx="6135847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IMPRESSION MANAGEMENT</a:t>
            </a:r>
            <a:endParaRPr/>
          </a:p>
        </p:txBody>
      </p:sp>
      <p:sp>
        <p:nvSpPr>
          <p:cNvPr id="166" name="Google Shape;166;p2"/>
          <p:cNvSpPr/>
          <p:nvPr/>
        </p:nvSpPr>
        <p:spPr>
          <a:xfrm>
            <a:off x="192003" y="1481233"/>
            <a:ext cx="884915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NON-VERBAL COMMUNICATION AND BODY LANGUAGE</a:t>
            </a:r>
            <a:endParaRPr sz="3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"/>
          <p:cNvSpPr/>
          <p:nvPr/>
        </p:nvSpPr>
        <p:spPr>
          <a:xfrm>
            <a:off x="292287" y="2505670"/>
            <a:ext cx="4434868" cy="3847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DRESSING, APPEARANCE, AND GROOMING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"/>
          <p:cNvSpPr/>
          <p:nvPr/>
        </p:nvSpPr>
        <p:spPr>
          <a:xfrm>
            <a:off x="7876800" y="244800"/>
            <a:ext cx="1022400" cy="10224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3"/>
          <p:cNvSpPr txBox="1"/>
          <p:nvPr/>
        </p:nvSpPr>
        <p:spPr>
          <a:xfrm>
            <a:off x="-2911581" y="1076507"/>
            <a:ext cx="3044103" cy="1600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HEADING</a:t>
            </a:r>
            <a:r>
              <a:rPr lang="en-GB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4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HEADING 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HEADING 3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4" name="Google Shape;17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76800" y="244801"/>
            <a:ext cx="1047600" cy="1047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3"/>
          <p:cNvSpPr/>
          <p:nvPr/>
        </p:nvSpPr>
        <p:spPr>
          <a:xfrm>
            <a:off x="93391" y="2135050"/>
            <a:ext cx="8831009" cy="1846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Dressing for workplace - what is it?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lang="en-GB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set of rules specifying the type of clothing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lang="en-GB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be worn by a group or by people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lang="en-GB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Under specific circumstances in their workplace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lang="en-GB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 Workplace attires</a:t>
            </a:r>
            <a:endParaRPr/>
          </a:p>
        </p:txBody>
      </p:sp>
      <p:grpSp>
        <p:nvGrpSpPr>
          <p:cNvPr id="176" name="Google Shape;176;p3"/>
          <p:cNvGrpSpPr/>
          <p:nvPr/>
        </p:nvGrpSpPr>
        <p:grpSpPr>
          <a:xfrm>
            <a:off x="-2169309" y="3631997"/>
            <a:ext cx="421159" cy="103173"/>
            <a:chOff x="-2228588" y="3369027"/>
            <a:chExt cx="421159" cy="103173"/>
          </a:xfrm>
        </p:grpSpPr>
        <p:sp>
          <p:nvSpPr>
            <p:cNvPr id="177" name="Google Shape;177;p3"/>
            <p:cNvSpPr/>
            <p:nvPr/>
          </p:nvSpPr>
          <p:spPr>
            <a:xfrm>
              <a:off x="-2228588" y="3369027"/>
              <a:ext cx="43200" cy="43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" name="Google Shape;178;p3"/>
            <p:cNvSpPr/>
            <p:nvPr/>
          </p:nvSpPr>
          <p:spPr>
            <a:xfrm>
              <a:off x="-2134098" y="3369027"/>
              <a:ext cx="43200" cy="43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" name="Google Shape;179;p3"/>
            <p:cNvSpPr/>
            <p:nvPr/>
          </p:nvSpPr>
          <p:spPr>
            <a:xfrm>
              <a:off x="-2039608" y="3369027"/>
              <a:ext cx="43200" cy="43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" name="Google Shape;180;p3"/>
            <p:cNvSpPr/>
            <p:nvPr/>
          </p:nvSpPr>
          <p:spPr>
            <a:xfrm>
              <a:off x="-1945118" y="3369027"/>
              <a:ext cx="43200" cy="43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" name="Google Shape;181;p3"/>
            <p:cNvSpPr/>
            <p:nvPr/>
          </p:nvSpPr>
          <p:spPr>
            <a:xfrm>
              <a:off x="-1850629" y="3369027"/>
              <a:ext cx="43200" cy="43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" name="Google Shape;182;p3"/>
            <p:cNvSpPr/>
            <p:nvPr/>
          </p:nvSpPr>
          <p:spPr>
            <a:xfrm>
              <a:off x="-2228588" y="3429000"/>
              <a:ext cx="43200" cy="43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" name="Google Shape;183;p3"/>
            <p:cNvSpPr/>
            <p:nvPr/>
          </p:nvSpPr>
          <p:spPr>
            <a:xfrm>
              <a:off x="-2134098" y="3429000"/>
              <a:ext cx="43200" cy="43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" name="Google Shape;184;p3"/>
            <p:cNvSpPr/>
            <p:nvPr/>
          </p:nvSpPr>
          <p:spPr>
            <a:xfrm>
              <a:off x="-2039608" y="3429000"/>
              <a:ext cx="43200" cy="43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" name="Google Shape;185;p3"/>
            <p:cNvSpPr/>
            <p:nvPr/>
          </p:nvSpPr>
          <p:spPr>
            <a:xfrm>
              <a:off x="-1945118" y="3429000"/>
              <a:ext cx="43200" cy="43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" name="Google Shape;186;p3"/>
            <p:cNvSpPr/>
            <p:nvPr/>
          </p:nvSpPr>
          <p:spPr>
            <a:xfrm>
              <a:off x="-1850629" y="3429000"/>
              <a:ext cx="43200" cy="43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7" name="Google Shape;187;p3"/>
          <p:cNvGrpSpPr/>
          <p:nvPr/>
        </p:nvGrpSpPr>
        <p:grpSpPr>
          <a:xfrm>
            <a:off x="-2169309" y="3949366"/>
            <a:ext cx="421159" cy="103173"/>
            <a:chOff x="-2228588" y="3369027"/>
            <a:chExt cx="421159" cy="103173"/>
          </a:xfrm>
        </p:grpSpPr>
        <p:sp>
          <p:nvSpPr>
            <p:cNvPr id="188" name="Google Shape;188;p3"/>
            <p:cNvSpPr/>
            <p:nvPr/>
          </p:nvSpPr>
          <p:spPr>
            <a:xfrm>
              <a:off x="-2228588" y="3369027"/>
              <a:ext cx="43200" cy="43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" name="Google Shape;189;p3"/>
            <p:cNvSpPr/>
            <p:nvPr/>
          </p:nvSpPr>
          <p:spPr>
            <a:xfrm>
              <a:off x="-2134098" y="3369027"/>
              <a:ext cx="43200" cy="43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" name="Google Shape;190;p3"/>
            <p:cNvSpPr/>
            <p:nvPr/>
          </p:nvSpPr>
          <p:spPr>
            <a:xfrm>
              <a:off x="-2039608" y="3369027"/>
              <a:ext cx="43200" cy="43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" name="Google Shape;191;p3"/>
            <p:cNvSpPr/>
            <p:nvPr/>
          </p:nvSpPr>
          <p:spPr>
            <a:xfrm>
              <a:off x="-1945118" y="3369027"/>
              <a:ext cx="43200" cy="43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" name="Google Shape;192;p3"/>
            <p:cNvSpPr/>
            <p:nvPr/>
          </p:nvSpPr>
          <p:spPr>
            <a:xfrm>
              <a:off x="-1850629" y="3369027"/>
              <a:ext cx="43200" cy="43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" name="Google Shape;193;p3"/>
            <p:cNvSpPr/>
            <p:nvPr/>
          </p:nvSpPr>
          <p:spPr>
            <a:xfrm>
              <a:off x="-2228588" y="3429000"/>
              <a:ext cx="43200" cy="43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" name="Google Shape;194;p3"/>
            <p:cNvSpPr/>
            <p:nvPr/>
          </p:nvSpPr>
          <p:spPr>
            <a:xfrm>
              <a:off x="-2134098" y="3429000"/>
              <a:ext cx="43200" cy="43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" name="Google Shape;195;p3"/>
            <p:cNvSpPr/>
            <p:nvPr/>
          </p:nvSpPr>
          <p:spPr>
            <a:xfrm>
              <a:off x="-2039608" y="3429000"/>
              <a:ext cx="43200" cy="43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" name="Google Shape;196;p3"/>
            <p:cNvSpPr/>
            <p:nvPr/>
          </p:nvSpPr>
          <p:spPr>
            <a:xfrm>
              <a:off x="-1945118" y="3429000"/>
              <a:ext cx="43200" cy="43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" name="Google Shape;197;p3"/>
            <p:cNvSpPr/>
            <p:nvPr/>
          </p:nvSpPr>
          <p:spPr>
            <a:xfrm>
              <a:off x="-1850629" y="3429000"/>
              <a:ext cx="43200" cy="43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" name="Google Shape;198;p3"/>
            <p:cNvSpPr/>
            <p:nvPr/>
          </p:nvSpPr>
          <p:spPr>
            <a:xfrm>
              <a:off x="-2125545" y="3369027"/>
              <a:ext cx="43200" cy="43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" name="Google Shape;199;p3"/>
            <p:cNvSpPr/>
            <p:nvPr/>
          </p:nvSpPr>
          <p:spPr>
            <a:xfrm>
              <a:off x="-2031055" y="3369027"/>
              <a:ext cx="43200" cy="43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" name="Google Shape;200;p3"/>
            <p:cNvSpPr/>
            <p:nvPr/>
          </p:nvSpPr>
          <p:spPr>
            <a:xfrm>
              <a:off x="-1936565" y="3369027"/>
              <a:ext cx="43200" cy="43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1" name="Google Shape;201;p3"/>
          <p:cNvSpPr/>
          <p:nvPr/>
        </p:nvSpPr>
        <p:spPr>
          <a:xfrm>
            <a:off x="192003" y="1481233"/>
            <a:ext cx="7343998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DRESSING, APPEARANCE, AND GROOMING</a:t>
            </a:r>
            <a:endParaRPr/>
          </a:p>
        </p:txBody>
      </p:sp>
      <p:sp>
        <p:nvSpPr>
          <p:cNvPr id="202" name="Google Shape;202;p3"/>
          <p:cNvSpPr/>
          <p:nvPr/>
        </p:nvSpPr>
        <p:spPr>
          <a:xfrm>
            <a:off x="219600" y="278336"/>
            <a:ext cx="6135847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IMPRESSION MANAGEMENT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4"/>
          <p:cNvSpPr/>
          <p:nvPr/>
        </p:nvSpPr>
        <p:spPr>
          <a:xfrm>
            <a:off x="7876800" y="244800"/>
            <a:ext cx="1022400" cy="10224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4"/>
          <p:cNvSpPr txBox="1"/>
          <p:nvPr/>
        </p:nvSpPr>
        <p:spPr>
          <a:xfrm>
            <a:off x="-2911581" y="1076507"/>
            <a:ext cx="3044103" cy="1600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HEADING</a:t>
            </a:r>
            <a:r>
              <a:rPr lang="en-GB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4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HEADING 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HEADING 3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4"/>
          <p:cNvSpPr/>
          <p:nvPr/>
        </p:nvSpPr>
        <p:spPr>
          <a:xfrm>
            <a:off x="244800" y="1062977"/>
            <a:ext cx="184731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0" name="Google Shape;21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76800" y="244801"/>
            <a:ext cx="1047600" cy="1047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4"/>
          <p:cNvSpPr/>
          <p:nvPr/>
        </p:nvSpPr>
        <p:spPr>
          <a:xfrm>
            <a:off x="192003" y="1481233"/>
            <a:ext cx="7343998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DRESSING, APPEARANCE, AND GROOMING</a:t>
            </a:r>
            <a:endParaRPr/>
          </a:p>
        </p:txBody>
      </p:sp>
      <p:sp>
        <p:nvSpPr>
          <p:cNvPr id="212" name="Google Shape;212;p4"/>
          <p:cNvSpPr/>
          <p:nvPr/>
        </p:nvSpPr>
        <p:spPr>
          <a:xfrm>
            <a:off x="93391" y="2135050"/>
            <a:ext cx="8831009" cy="50629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4"/>
          <p:cNvSpPr/>
          <p:nvPr/>
        </p:nvSpPr>
        <p:spPr>
          <a:xfrm>
            <a:off x="93391" y="2135050"/>
            <a:ext cx="8831009" cy="36009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Types of dress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lang="en-GB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Business Formal –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b="0" i="0" lang="en-GB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Men –</a:t>
            </a:r>
            <a:endParaRPr/>
          </a:p>
          <a:p>
            <a:pPr indent="-342900" lvl="2" marL="12573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b="0" i="0" lang="en-GB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Ties and other accessories – Modest 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b="0" i="0" lang="en-GB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Women: </a:t>
            </a:r>
            <a:endParaRPr/>
          </a:p>
          <a:p>
            <a:pPr indent="-342900" lvl="2" marL="12573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b="0" i="0" lang="en-GB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well-cut pantsuit or skirt suit 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lang="en-GB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Business Professional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b="0" i="0" lang="en-GB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Men:</a:t>
            </a:r>
            <a:endParaRPr/>
          </a:p>
          <a:p>
            <a:pPr indent="-342900" lvl="2" marL="12573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b="0" i="0" lang="en-GB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High-end accessories – Acceptable 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b="0" i="0" lang="en-GB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Women: </a:t>
            </a:r>
            <a:endParaRPr/>
          </a:p>
          <a:p>
            <a:pPr indent="-342900" lvl="2" marL="12573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b="0" i="0" lang="en-GB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suit or skirt, top, and jacket – Black or brown</a:t>
            </a:r>
            <a:endParaRPr/>
          </a:p>
        </p:txBody>
      </p:sp>
      <p:sp>
        <p:nvSpPr>
          <p:cNvPr id="214" name="Google Shape;214;p4"/>
          <p:cNvSpPr/>
          <p:nvPr/>
        </p:nvSpPr>
        <p:spPr>
          <a:xfrm>
            <a:off x="219600" y="278336"/>
            <a:ext cx="6135847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IMPRESSION MANAGEMENT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5"/>
          <p:cNvSpPr/>
          <p:nvPr/>
        </p:nvSpPr>
        <p:spPr>
          <a:xfrm>
            <a:off x="7876800" y="244800"/>
            <a:ext cx="1022400" cy="10224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5"/>
          <p:cNvSpPr txBox="1"/>
          <p:nvPr/>
        </p:nvSpPr>
        <p:spPr>
          <a:xfrm>
            <a:off x="-2911581" y="1076507"/>
            <a:ext cx="3044103" cy="1600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HEADING</a:t>
            </a:r>
            <a:r>
              <a:rPr lang="en-GB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4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HEADING 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HEADING 3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5"/>
          <p:cNvSpPr/>
          <p:nvPr/>
        </p:nvSpPr>
        <p:spPr>
          <a:xfrm>
            <a:off x="244800" y="1062977"/>
            <a:ext cx="184731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2" name="Google Shape;22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76800" y="244801"/>
            <a:ext cx="1047600" cy="1047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5"/>
          <p:cNvSpPr/>
          <p:nvPr/>
        </p:nvSpPr>
        <p:spPr>
          <a:xfrm>
            <a:off x="132522" y="2091931"/>
            <a:ext cx="8831009" cy="38933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Types of dress codes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lang="en-GB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Business Casual – “Executive casual.”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b="0" i="0" lang="en-GB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Men: </a:t>
            </a:r>
            <a:endParaRPr/>
          </a:p>
          <a:p>
            <a:pPr indent="-342900" lvl="2" marL="12573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b="0" i="0" lang="en-GB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Coloured, collared button-ups in any colour</a:t>
            </a:r>
            <a:endParaRPr/>
          </a:p>
          <a:p>
            <a:pPr indent="-342900" lvl="2" marL="12573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b="0" i="0" lang="en-GB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Ties - Conservative in pattern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b="0" i="0" lang="en-GB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Women:</a:t>
            </a:r>
            <a:endParaRPr/>
          </a:p>
          <a:p>
            <a:pPr indent="-342900" lvl="2" marL="12573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b="0" i="0" lang="en-GB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Hair can be more casual - Less conservative colours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lang="en-GB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Casual  --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b="0" i="0" lang="en-GB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Men: </a:t>
            </a:r>
            <a:endParaRPr/>
          </a:p>
          <a:p>
            <a:pPr indent="-342900" lvl="2" marL="12573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b="0" i="0" lang="en-GB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Sneakers are usually acceptable, as are loafers. 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b="0" i="0" lang="en-GB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Women:</a:t>
            </a:r>
            <a:endParaRPr/>
          </a:p>
          <a:p>
            <a:pPr indent="-342900" lvl="2" marL="12573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b="0" i="0" lang="en-GB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Nicely fitted tops and blouses</a:t>
            </a:r>
            <a:endParaRPr/>
          </a:p>
        </p:txBody>
      </p:sp>
      <p:sp>
        <p:nvSpPr>
          <p:cNvPr id="224" name="Google Shape;224;p5"/>
          <p:cNvSpPr/>
          <p:nvPr/>
        </p:nvSpPr>
        <p:spPr>
          <a:xfrm>
            <a:off x="192003" y="1481233"/>
            <a:ext cx="7343998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DRESSING, APPEARANCE, AND GROOMING</a:t>
            </a:r>
            <a:endParaRPr/>
          </a:p>
        </p:txBody>
      </p:sp>
      <p:sp>
        <p:nvSpPr>
          <p:cNvPr id="225" name="Google Shape;225;p5"/>
          <p:cNvSpPr/>
          <p:nvPr/>
        </p:nvSpPr>
        <p:spPr>
          <a:xfrm>
            <a:off x="219600" y="278336"/>
            <a:ext cx="6135847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IMPRESSION MANAGEMENT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6"/>
          <p:cNvSpPr/>
          <p:nvPr/>
        </p:nvSpPr>
        <p:spPr>
          <a:xfrm>
            <a:off x="7876800" y="244800"/>
            <a:ext cx="1022400" cy="10224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6"/>
          <p:cNvSpPr txBox="1"/>
          <p:nvPr/>
        </p:nvSpPr>
        <p:spPr>
          <a:xfrm>
            <a:off x="-2911581" y="1076507"/>
            <a:ext cx="3044103" cy="1600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HEADING</a:t>
            </a:r>
            <a:r>
              <a:rPr lang="en-GB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4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HEADING 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HEADING 3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6"/>
          <p:cNvSpPr/>
          <p:nvPr/>
        </p:nvSpPr>
        <p:spPr>
          <a:xfrm>
            <a:off x="244800" y="1062977"/>
            <a:ext cx="184731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3" name="Google Shape;23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76800" y="244801"/>
            <a:ext cx="1047600" cy="1047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6"/>
          <p:cNvSpPr/>
          <p:nvPr/>
        </p:nvSpPr>
        <p:spPr>
          <a:xfrm>
            <a:off x="192003" y="1481233"/>
            <a:ext cx="7343998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DRESSING, APPEARANCE, AND GROOMING</a:t>
            </a:r>
            <a:endParaRPr/>
          </a:p>
        </p:txBody>
      </p:sp>
      <p:sp>
        <p:nvSpPr>
          <p:cNvPr id="235" name="Google Shape;235;p6"/>
          <p:cNvSpPr/>
          <p:nvPr/>
        </p:nvSpPr>
        <p:spPr>
          <a:xfrm>
            <a:off x="93391" y="2135050"/>
            <a:ext cx="8831009" cy="24314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Guidelines to appear polished to workplace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lang="en-GB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Executive dress equals a suit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lang="en-GB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Avoid business casual confusion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lang="en-GB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Laid back is different than lax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lang="en-GB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Always dress one step above your client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lang="en-GB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Stay under cover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lang="en-GB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Grooming is a must</a:t>
            </a:r>
            <a:endParaRPr/>
          </a:p>
        </p:txBody>
      </p:sp>
      <p:sp>
        <p:nvSpPr>
          <p:cNvPr id="236" name="Google Shape;236;p6"/>
          <p:cNvSpPr/>
          <p:nvPr/>
        </p:nvSpPr>
        <p:spPr>
          <a:xfrm>
            <a:off x="219600" y="278336"/>
            <a:ext cx="6135847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IMPRESSION MANAGEMENT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7"/>
          <p:cNvSpPr/>
          <p:nvPr/>
        </p:nvSpPr>
        <p:spPr>
          <a:xfrm>
            <a:off x="7876800" y="244800"/>
            <a:ext cx="1022400" cy="10224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7"/>
          <p:cNvSpPr txBox="1"/>
          <p:nvPr/>
        </p:nvSpPr>
        <p:spPr>
          <a:xfrm>
            <a:off x="-2911581" y="1076507"/>
            <a:ext cx="3044103" cy="1600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HEADING</a:t>
            </a:r>
            <a:r>
              <a:rPr lang="en-GB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4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HEADING 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HEADING 3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7"/>
          <p:cNvSpPr/>
          <p:nvPr/>
        </p:nvSpPr>
        <p:spPr>
          <a:xfrm>
            <a:off x="244800" y="1062977"/>
            <a:ext cx="184731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4" name="Google Shape;24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76800" y="244801"/>
            <a:ext cx="1047600" cy="1047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7"/>
          <p:cNvSpPr/>
          <p:nvPr/>
        </p:nvSpPr>
        <p:spPr>
          <a:xfrm>
            <a:off x="156495" y="1889821"/>
            <a:ext cx="8831009" cy="27238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Benefits for dressing for workplace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lang="en-GB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Clarifies the expectation of employer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lang="en-GB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Motivation and uniformity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lang="en-GB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Ensures safety and prevents accidents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lang="en-GB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Saves the deciding time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lang="en-GB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Makes the company safe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lang="en-GB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Creates Professionalism and team spirit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lang="en-GB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Confidence booster</a:t>
            </a:r>
            <a:endParaRPr/>
          </a:p>
        </p:txBody>
      </p:sp>
      <p:sp>
        <p:nvSpPr>
          <p:cNvPr id="246" name="Google Shape;246;p7"/>
          <p:cNvSpPr/>
          <p:nvPr/>
        </p:nvSpPr>
        <p:spPr>
          <a:xfrm>
            <a:off x="244800" y="1186088"/>
            <a:ext cx="7343998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DRESSING, APPEARANCE, AND GROOMING</a:t>
            </a:r>
            <a:endParaRPr/>
          </a:p>
        </p:txBody>
      </p:sp>
      <p:sp>
        <p:nvSpPr>
          <p:cNvPr id="247" name="Google Shape;247;p7"/>
          <p:cNvSpPr/>
          <p:nvPr/>
        </p:nvSpPr>
        <p:spPr>
          <a:xfrm>
            <a:off x="219600" y="278336"/>
            <a:ext cx="6135847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IMPRESSION MANAGEMENT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8"/>
          <p:cNvSpPr/>
          <p:nvPr/>
        </p:nvSpPr>
        <p:spPr>
          <a:xfrm>
            <a:off x="7876800" y="244800"/>
            <a:ext cx="1022400" cy="10224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8"/>
          <p:cNvSpPr txBox="1"/>
          <p:nvPr/>
        </p:nvSpPr>
        <p:spPr>
          <a:xfrm>
            <a:off x="-2911581" y="1076507"/>
            <a:ext cx="3044103" cy="1600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HEADING</a:t>
            </a:r>
            <a:r>
              <a:rPr lang="en-GB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4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HEADING 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HEADING 3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8"/>
          <p:cNvSpPr/>
          <p:nvPr/>
        </p:nvSpPr>
        <p:spPr>
          <a:xfrm>
            <a:off x="244800" y="1062977"/>
            <a:ext cx="184731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5" name="Google Shape;25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76800" y="244801"/>
            <a:ext cx="1047600" cy="1047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8"/>
          <p:cNvSpPr/>
          <p:nvPr/>
        </p:nvSpPr>
        <p:spPr>
          <a:xfrm>
            <a:off x="244800" y="1180483"/>
            <a:ext cx="7343998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DRESSING, APPEARANCE, AND GROOMING</a:t>
            </a:r>
            <a:endParaRPr/>
          </a:p>
        </p:txBody>
      </p:sp>
      <p:sp>
        <p:nvSpPr>
          <p:cNvPr id="257" name="Google Shape;257;p8"/>
          <p:cNvSpPr/>
          <p:nvPr/>
        </p:nvSpPr>
        <p:spPr>
          <a:xfrm>
            <a:off x="93391" y="1876726"/>
            <a:ext cx="8831009" cy="1846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Limitations for dressing for workplace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lang="en-GB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Uniformity makes everything boring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lang="en-GB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Expensive and complicated can be a turn-off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lang="en-GB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Shuts down the creativity of the employee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lang="en-GB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Causes</a:t>
            </a:r>
            <a:r>
              <a:rPr lang="en-GB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discomfort for some</a:t>
            </a:r>
            <a:endParaRPr/>
          </a:p>
        </p:txBody>
      </p:sp>
      <p:sp>
        <p:nvSpPr>
          <p:cNvPr id="258" name="Google Shape;258;p8"/>
          <p:cNvSpPr/>
          <p:nvPr/>
        </p:nvSpPr>
        <p:spPr>
          <a:xfrm>
            <a:off x="219600" y="278336"/>
            <a:ext cx="6135847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IMPRESSION MANAGEMENT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9"/>
          <p:cNvSpPr/>
          <p:nvPr/>
        </p:nvSpPr>
        <p:spPr>
          <a:xfrm>
            <a:off x="7876800" y="244800"/>
            <a:ext cx="1022400" cy="10224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9"/>
          <p:cNvSpPr txBox="1"/>
          <p:nvPr/>
        </p:nvSpPr>
        <p:spPr>
          <a:xfrm>
            <a:off x="-2911581" y="1076507"/>
            <a:ext cx="3044103" cy="1600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HEADING</a:t>
            </a:r>
            <a:r>
              <a:rPr lang="en-GB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4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HEADING 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HEADING 3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9"/>
          <p:cNvSpPr/>
          <p:nvPr/>
        </p:nvSpPr>
        <p:spPr>
          <a:xfrm>
            <a:off x="244800" y="1062977"/>
            <a:ext cx="184731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7" name="Google Shape;26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76800" y="244801"/>
            <a:ext cx="1047600" cy="104760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9"/>
          <p:cNvSpPr/>
          <p:nvPr/>
        </p:nvSpPr>
        <p:spPr>
          <a:xfrm>
            <a:off x="93391" y="1876726"/>
            <a:ext cx="8831009" cy="33085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Summary</a:t>
            </a:r>
            <a:r>
              <a:rPr lang="en-GB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lang="en-GB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Business etiquette – 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b="0" i="0" lang="en-GB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Way of presenting yourself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b="0" i="0" lang="en-GB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Such a way that you will be taken seriously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lang="en-GB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Poor business etiquette  - 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b="0" i="0" lang="en-GB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Cost you the trust of your workers and customers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b="0" i="0" lang="en-GB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Loss of valuable business opportunities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lang="en-GB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Etiquette - Unwritten rules applies to social situations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lang="en-GB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Two-way communication - Complete communication process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269" name="Google Shape;269;p9"/>
          <p:cNvSpPr/>
          <p:nvPr/>
        </p:nvSpPr>
        <p:spPr>
          <a:xfrm>
            <a:off x="219600" y="278336"/>
            <a:ext cx="6135847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IMPRESSION MANAGEMENT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2018-05-21T05:25:11Z</dcterms:created>
  <dc:creator>sanna</dc:creator>
</cp:coreProperties>
</file>