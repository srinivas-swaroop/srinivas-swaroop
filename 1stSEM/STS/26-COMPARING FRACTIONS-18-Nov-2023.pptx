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9144000" cy="5143500"/>
  <p:notesSz cx="6858000" cy="9144000"/>
  <p:embeddedFontLst>
    <p:embeddedFont>
      <p:font typeface="Roboto" panose="0200000000000000000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2"/>
        <p:guide orient="horz" pos="2755"/>
        <p:guide orient="horz" pos="776"/>
        <p:guide pos="206"/>
        <p:guide pos="5553"/>
        <p:guide orient="horz" pos="914"/>
        <p:guide orient="horz" pos="2451"/>
        <p:guide pos="871"/>
        <p:guide pos="2880"/>
        <p:guide pos="4909"/>
        <p:guide orient="horz" pos="219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font" Target="fonts/font4.fntdata"/><Relationship Id="rId44" Type="http://schemas.openxmlformats.org/officeDocument/2006/relationships/font" Target="fonts/font3.fntdata"/><Relationship Id="rId43" Type="http://schemas.openxmlformats.org/officeDocument/2006/relationships/font" Target="fonts/font2.fntdata"/><Relationship Id="rId42" Type="http://schemas.openxmlformats.org/officeDocument/2006/relationships/font" Target="fonts/font1.fntdata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Cover Slide</a:t>
            </a:r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3ffc651af0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13ffc651af0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3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0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4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42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4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4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Google Shape;34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44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44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4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46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hyperlink" Target="https://forms.gle/PfRh9drWVoHtZSrz6" TargetMode="Externa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GIF"/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13ffc651af0_0_0"/>
          <p:cNvPicPr preferRelativeResize="0"/>
          <p:nvPr/>
        </p:nvPicPr>
        <p:blipFill rotWithShape="1">
          <a:blip r:embed="rId1"/>
          <a:srcRect l="41241" t="9529" r="-23988" b="51127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13ffc651af0_0_0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13ffc651af0_0_0"/>
          <p:cNvSpPr/>
          <p:nvPr/>
        </p:nvSpPr>
        <p:spPr>
          <a:xfrm>
            <a:off x="0" y="233550"/>
            <a:ext cx="75555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" name="Google Shape;59;g13ffc651af0_0_0"/>
          <p:cNvSpPr txBox="1"/>
          <p:nvPr/>
        </p:nvSpPr>
        <p:spPr>
          <a:xfrm>
            <a:off x="327600" y="233550"/>
            <a:ext cx="70245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4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TEST TIME ON SIMPLIFICATIONS :</a:t>
            </a:r>
            <a:endParaRPr sz="2400" b="1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0" name="Google Shape;60;g13ffc651af0_0_0"/>
          <p:cNvSpPr txBox="1"/>
          <p:nvPr/>
        </p:nvSpPr>
        <p:spPr>
          <a:xfrm>
            <a:off x="879900" y="819663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4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2400" b="1">
                <a:solidFill>
                  <a:srgbClr val="333333"/>
                </a:solidFill>
                <a:highlight>
                  <a:srgbClr val="FFFFFF"/>
                </a:highlight>
              </a:rPr>
              <a:t>URL: </a:t>
            </a:r>
            <a:r>
              <a:rPr lang="en-GB" sz="2400" b="1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https://forms.gle/PfRh9drWVoHtZSrz6</a:t>
            </a:r>
            <a:endParaRPr sz="24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4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2400" b="1">
                <a:solidFill>
                  <a:schemeClr val="dk1"/>
                </a:solidFill>
                <a:highlight>
                  <a:srgbClr val="FFFFFF"/>
                </a:highlight>
              </a:rPr>
              <a:t>QR CODE:</a:t>
            </a:r>
            <a:r>
              <a:rPr lang="en-GB" sz="2400" b="1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endParaRPr sz="2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36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333333"/>
              </a:solidFill>
              <a:highlight>
                <a:srgbClr val="FFFFFF"/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1" name="Google Shape;61;g13ffc651af0_0_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891400" y="2801250"/>
            <a:ext cx="2455525" cy="21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8288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</a:t>
            </a:r>
            <a:r>
              <a:rPr lang="en-GB" sz="2000" b="1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COMPARING FRACTIONS</a:t>
            </a:r>
            <a:endParaRPr sz="2000" b="1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3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Comparing Fractions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Sometimes we need to compare two fractions to discover which is larger or smaller.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There are two main ways to compare fractions: 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 using </a:t>
            </a: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decimals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or 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 using the</a:t>
            </a: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same denominator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Decimal Method: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Convert each fraction to decimals, and then compare the decimals.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88900" lvl="0" indent="0" algn="l" rtl="0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Example: Which is bigger:  3/8  or 5/12 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8900" marR="88900" lvl="0" indent="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3/8 = 0.375 and 5/12 = 0.4166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8900" marR="88900" lvl="0" indent="0" algn="l" rtl="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 5/12 is bigger. 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4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Comparing Fractions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Denominator method: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1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</a:t>
            </a:r>
            <a:r>
              <a:rPr lang="en-GB" sz="1400" b="1" i="1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denominator</a:t>
            </a:r>
            <a:r>
              <a:rPr lang="en-GB" sz="1400" b="0" i="1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is the bottom number in a fraction. It shows how many equal parts the item is divided into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Which is bigger 4/9 or 5/9?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When two fractions have the </a:t>
            </a: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same denominator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they are easy to compare: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33333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33333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33333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33333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   4/9                                                   5/9</a:t>
            </a:r>
            <a:endParaRPr sz="1400" b="0" i="0" u="none" strike="noStrike" cap="none">
              <a:solidFill>
                <a:srgbClr val="33333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8288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8" name="Google Shape;88;p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008300" y="2764349"/>
            <a:ext cx="1127400" cy="112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77800" y="2764349"/>
            <a:ext cx="1127400" cy="11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5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5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01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By how much does 7/(8/9) exceeds (7/8)/9?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 5/8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 1/9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 7/9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 1/7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C 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6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Here, we have to find the value of 7/(8/9) - (7/8)/9.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(7 x 9/8) - [(7/(8 x 9)]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63/8 - 7/72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[(63 x 9) - 7] / 72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567 - 7/72 = 560/72 = 70/9 = 7 7/9.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Hence, 7/(8/9) is greater than (7/8)/9 by 7 7/9.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7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7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02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Which of the following fraction is smallest?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23/28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14/15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15/19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21/24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C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8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8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: 23 =0.821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28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 14 = 0.933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 15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 15 = 0.7894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 19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21  = 0.875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24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So, 15 = 0.7894 is smallest.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        19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cxnSp>
        <p:nvCxnSpPr>
          <p:cNvPr id="128" name="Google Shape;128;p8"/>
          <p:cNvCxnSpPr/>
          <p:nvPr/>
        </p:nvCxnSpPr>
        <p:spPr>
          <a:xfrm>
            <a:off x="1008675" y="1765750"/>
            <a:ext cx="277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8"/>
          <p:cNvCxnSpPr/>
          <p:nvPr/>
        </p:nvCxnSpPr>
        <p:spPr>
          <a:xfrm rot="10800000" flipH="1">
            <a:off x="857400" y="1185850"/>
            <a:ext cx="365400" cy="2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8"/>
          <p:cNvCxnSpPr/>
          <p:nvPr/>
        </p:nvCxnSpPr>
        <p:spPr>
          <a:xfrm>
            <a:off x="958250" y="2421300"/>
            <a:ext cx="3027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1" name="Google Shape;131;p8"/>
          <p:cNvCxnSpPr/>
          <p:nvPr/>
        </p:nvCxnSpPr>
        <p:spPr>
          <a:xfrm>
            <a:off x="907825" y="3039025"/>
            <a:ext cx="3027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" name="Google Shape;132;p8"/>
          <p:cNvCxnSpPr/>
          <p:nvPr/>
        </p:nvCxnSpPr>
        <p:spPr>
          <a:xfrm rot="10800000" flipH="1">
            <a:off x="1096925" y="3681975"/>
            <a:ext cx="542100" cy="2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9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03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0.363*0.522+0.363*0.478 = 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0.522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0.845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0.363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0.985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C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0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0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Exp: Given Expression= 0.363*(0.522+0.478)= 0.363*1= 0.363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1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1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04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value of     34.31*0.473*1.567   is close to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0.0673*23.25*7.57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2.0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1.15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2.05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2.15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D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2" name="Google Shape;162;p11"/>
          <p:cNvCxnSpPr/>
          <p:nvPr/>
        </p:nvCxnSpPr>
        <p:spPr>
          <a:xfrm rot="10800000" flipH="1">
            <a:off x="1541775" y="1158950"/>
            <a:ext cx="1512900" cy="2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2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2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Exp:        34.31*0.473*1.567    = 25.4303 = 2.15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0.0673*23.25*7.57         11.845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72" name="Google Shape;172;p12"/>
          <p:cNvCxnSpPr/>
          <p:nvPr/>
        </p:nvCxnSpPr>
        <p:spPr>
          <a:xfrm>
            <a:off x="1487725" y="1198450"/>
            <a:ext cx="15885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12"/>
          <p:cNvCxnSpPr/>
          <p:nvPr/>
        </p:nvCxnSpPr>
        <p:spPr>
          <a:xfrm>
            <a:off x="3391325" y="1198450"/>
            <a:ext cx="668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3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3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1" name="Google Shape;181;p1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05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If 5.51*10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= 0.0551, then the value of k is: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–4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–3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–2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–1 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C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4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4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Exp: 10k =    0.0551 =   5.51  = 5.51* 102 =  1 = 10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-2</a:t>
            </a:r>
            <a:endParaRPr sz="1400" b="0" i="0" u="none" strike="noStrike" cap="none" baseline="3000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                      5.51       551      551* 102    10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</a:t>
            </a:r>
            <a:endParaRPr sz="1400" b="0" i="0" u="none" strike="noStrike" cap="none" baseline="30000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cxnSp>
        <p:nvCxnSpPr>
          <p:cNvPr id="193" name="Google Shape;193;p14"/>
          <p:cNvCxnSpPr/>
          <p:nvPr/>
        </p:nvCxnSpPr>
        <p:spPr>
          <a:xfrm>
            <a:off x="1828100" y="1173250"/>
            <a:ext cx="57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4" name="Google Shape;194;p14"/>
          <p:cNvCxnSpPr/>
          <p:nvPr/>
        </p:nvCxnSpPr>
        <p:spPr>
          <a:xfrm rot="10800000" flipH="1">
            <a:off x="2647525" y="1160650"/>
            <a:ext cx="4161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5" name="Google Shape;195;p14"/>
          <p:cNvCxnSpPr/>
          <p:nvPr/>
        </p:nvCxnSpPr>
        <p:spPr>
          <a:xfrm>
            <a:off x="3303075" y="1160650"/>
            <a:ext cx="7563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6" name="Google Shape;196;p14"/>
          <p:cNvCxnSpPr/>
          <p:nvPr/>
        </p:nvCxnSpPr>
        <p:spPr>
          <a:xfrm>
            <a:off x="4235975" y="1173250"/>
            <a:ext cx="239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5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5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06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value of      (2.502+0.064)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(2.502-0.064)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1400" b="0" i="0" u="none" strike="noStrike" cap="none" baseline="30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  2.502*0.064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235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A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7" name="Google Shape;207;p15"/>
          <p:cNvCxnSpPr/>
          <p:nvPr/>
        </p:nvCxnSpPr>
        <p:spPr>
          <a:xfrm>
            <a:off x="1536375" y="1231200"/>
            <a:ext cx="2496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6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6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Exp:        (2.502+0.064)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- (2.502-0.064)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=     (a+b)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- (a-b)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= 4ab  = 4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                              2.502*0.064                              ab               ab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cxnSp>
        <p:nvCxnSpPr>
          <p:cNvPr id="217" name="Google Shape;217;p16"/>
          <p:cNvCxnSpPr/>
          <p:nvPr/>
        </p:nvCxnSpPr>
        <p:spPr>
          <a:xfrm>
            <a:off x="1475125" y="1211050"/>
            <a:ext cx="26349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8" name="Google Shape;218;p16"/>
          <p:cNvCxnSpPr/>
          <p:nvPr/>
        </p:nvCxnSpPr>
        <p:spPr>
          <a:xfrm>
            <a:off x="4450275" y="1211050"/>
            <a:ext cx="1059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9" name="Google Shape;219;p16"/>
          <p:cNvCxnSpPr/>
          <p:nvPr/>
        </p:nvCxnSpPr>
        <p:spPr>
          <a:xfrm>
            <a:off x="5736150" y="1223675"/>
            <a:ext cx="3909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7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7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07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value of      4.5*1.8+4.5*8.2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1.5*4.5+1.5*5.5   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D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30" name="Google Shape;230;p17"/>
          <p:cNvCxnSpPr/>
          <p:nvPr/>
        </p:nvCxnSpPr>
        <p:spPr>
          <a:xfrm>
            <a:off x="1592250" y="1160625"/>
            <a:ext cx="127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8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8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Exp:       4.5*1.8+4.5*8.2 =   4.5 (1.8+8.2) =   4.5*10 =  45 =3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              1.5*4.5+1.5*5.5     1.5 (4.5+5.5)       1.5*10     15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cxnSp>
        <p:nvCxnSpPr>
          <p:cNvPr id="240" name="Google Shape;240;p18"/>
          <p:cNvCxnSpPr/>
          <p:nvPr/>
        </p:nvCxnSpPr>
        <p:spPr>
          <a:xfrm>
            <a:off x="1500325" y="1198450"/>
            <a:ext cx="124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1" name="Google Shape;241;p18"/>
          <p:cNvCxnSpPr/>
          <p:nvPr/>
        </p:nvCxnSpPr>
        <p:spPr>
          <a:xfrm>
            <a:off x="2975300" y="1198450"/>
            <a:ext cx="1008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2" name="Google Shape;242;p18"/>
          <p:cNvCxnSpPr/>
          <p:nvPr/>
        </p:nvCxnSpPr>
        <p:spPr>
          <a:xfrm>
            <a:off x="4362025" y="1198450"/>
            <a:ext cx="516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3" name="Google Shape;243;p18"/>
          <p:cNvCxnSpPr/>
          <p:nvPr/>
        </p:nvCxnSpPr>
        <p:spPr>
          <a:xfrm>
            <a:off x="5105825" y="1198450"/>
            <a:ext cx="22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9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9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08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value of                 (.02)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+ (0.52)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+ (0.035)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1400" b="0" i="0" u="none" strike="noStrike" cap="none" baseline="30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(0.002)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+ (0.052)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+ (0.0035)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1400" b="0" i="0" u="none" strike="noStrike" cap="none" baseline="30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100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1000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001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0001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A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54" name="Google Shape;254;p19"/>
          <p:cNvCxnSpPr/>
          <p:nvPr/>
        </p:nvCxnSpPr>
        <p:spPr>
          <a:xfrm>
            <a:off x="1865925" y="1185850"/>
            <a:ext cx="24582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0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Exp: (.02)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+ (0.52)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+ (0.035)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=                a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+b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+c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1400" b="0" i="0" u="none" strike="noStrike" cap="none" baseline="30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(0.002)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+ (0.052)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+ (0.0035)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( a /10) 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+ ( b/10) 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+ ( c/10) 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,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                                  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where a= .02, b= .52, c= .035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                           =           100(a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+b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+c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)   = 100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                                           a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+b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+c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1400" b="0" i="0" u="none" strike="noStrike" cap="none" baseline="30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4" name="Google Shape;264;p20"/>
          <p:cNvCxnSpPr/>
          <p:nvPr/>
        </p:nvCxnSpPr>
        <p:spPr>
          <a:xfrm>
            <a:off x="1159950" y="1185850"/>
            <a:ext cx="23196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5" name="Google Shape;265;p20"/>
          <p:cNvCxnSpPr/>
          <p:nvPr/>
        </p:nvCxnSpPr>
        <p:spPr>
          <a:xfrm>
            <a:off x="3794725" y="1173250"/>
            <a:ext cx="23826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6" name="Google Shape;266;p20"/>
          <p:cNvCxnSpPr/>
          <p:nvPr/>
        </p:nvCxnSpPr>
        <p:spPr>
          <a:xfrm>
            <a:off x="3983825" y="2433900"/>
            <a:ext cx="11472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1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09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Compare 3/5 and 4/7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3/5 &gt; 4/7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3/5 &lt; 4/7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3/5 = 4/7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None of these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A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2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To compare such fractions, find out LCM of the denominators. Here, LCM(5, 7) = 35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Now , convert each of the given fractions into an equivalent fraction with 35 (LCM) as the denominator.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denominator of 3/5 is 5.  5 needs to be multiplied with 7 to get 35. Hence,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3/5=3×7/5×7=21/35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denominator of 4/7 is 7. 7 needs to be multiplied with 5 to get 35. Hence,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4/7=4×5/7×5=20/35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21/35&gt;20/35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Hence, 3/5&gt;4/7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3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3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10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Which of the following fraction is arranged in ascending order of their value?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1/4, 2/7, 3/4, 4/7, 5/7, 6/5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1/4, 2/7, 4/7, 5/7, 3/4, 6/5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2/7, 1/4, 4/7, 3/4, 5/7, 6/5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2/7, 1/4, 4/7, 5/7, 3/4, 6/5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B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4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4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327600" y="8543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Converting the given fractions into decimal numbers, we have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1/4 = 0.25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2/7 = 0.28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3/4 = 0.75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4/7 = 0.57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5/7 = 0.71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6/5 = 1.2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So, 0.25 &lt; 0.28 &lt; 0.57 &lt; 0.71 &lt; 0.75 &lt; 1.2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Corresponding fraction is 1/4 &lt; 2/7 &lt; 4/7 &lt; 5/7 &lt; 3/4 &lt; 6/5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Hence the answer is option b.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5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5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2" name="Google Shape;312;p2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11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Which of the following fraction is greater than 4/5 and less than 6/7?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 panose="02000000000000000000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2/3 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 panose="02000000000000000000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3/4 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 panose="02000000000000000000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5/6 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 panose="02000000000000000000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10/11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C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6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6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We have to find X such that 4/5 &lt; X &lt; 6/7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Converting each fraction into decimal form, we get: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4/5 = 0.8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6/7 = 0.85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We have to find the fraction which is greater than 0.8and less than 0.85.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Now,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2/3 = 0.66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3/4 = 0.75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5/6 = 0.83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10/11 = 0.91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Clearly, 0.83 lies between 0.8 and 0.85.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Required fraction is 5/6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	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7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7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1" name="Google Shape;331;p2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12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denominator of a fraction exceeds its numerator by 7. If the numerator as well as the denominator is increased by 9, the fraction becomes 2/3. Which of the following is the original fraction?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5/12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4/11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6/13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none of these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3" name="Google Shape;333;p2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A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8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8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1" name="Google Shape;341;p2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42" name="Google Shape;342;p2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Let the required fraction be p/q.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Given that, q exceeds p by 7; i.e., q - 7 = p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 - p = 7 ...(1)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If we increase the numerator as well as the denominator by 9 it becomes (p + 9)/(q + 9)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Given that, (p + 9)/(q + 9) = 2/3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3(p+9) = 2(q+9)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3p + 27 = 2q + 18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2q-3p = 9 ...(2)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Multiplying eqn(1) by 2, we get 2q - 2p = 14......(3)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Now, subtracting eqn(2) from eqn (3), we get p = 14 - 9 = 5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Putting p value in (1), we get q = 12.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Hence, the required fraction is p/q = 5/12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9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9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0" name="Google Shape;350;p2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13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sum of the numerator and denominator of a fraction is 13. If we add 3 and 9 to numerator and denominator respectively, it becomes 2/3. The fraction is: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 panose="02000000000000000000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5/8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 panose="02000000000000000000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6/7 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 panose="02000000000000000000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7/6 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 panose="02000000000000000000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8/5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C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0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0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0" name="Google Shape;360;p3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61" name="Google Shape;361;p30"/>
          <p:cNvSpPr txBox="1"/>
          <p:nvPr/>
        </p:nvSpPr>
        <p:spPr>
          <a:xfrm>
            <a:off x="327600" y="782425"/>
            <a:ext cx="7384200" cy="3292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Let the required fraction be p/q.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Given that, sum of the numerator and denominator of a fraction is 13;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i.e., p + q = 13 ...(1)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Adding 3 to numerator and 9 to denominator, we have,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(P+3)/(q+9) = 2/3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3(P+3) = 2(q+9)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3p+9 = 2q+18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3p-2q = 9 ...(2)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Multiply eqn (1)by 2, 2p + 2q = 26...(3) Adding (2) and (3),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5p = 35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 = 7.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Putting p value in (1), we get q = 13 - p = 13 - 7 = 6.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Hence the required fraction is p/q = 7/6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1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1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9" name="Google Shape;369;p3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14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70" name="Google Shape;370;p3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There are two fractions such that fraction X is thrice the fraction Y and their product is 25/12. Which of the following is equal to Y?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5/6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4/5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3/4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7/9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A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2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2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9" name="Google Shape;379;p3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80" name="Google Shape;380;p3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Let X and Y are given fractions.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Given that, fraction X is thrice the fraction Y;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i.e., X = 3Y ...(1)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And their product = X x Y = 25/12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Sub. eqn (1) in above, (3Y)x(Y) = 25/12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3(Y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) = 25/12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(Y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</a:t>
            </a: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) = 25/36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Y = 5/6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Hence the required fraction is 5/6.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3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3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8" name="Google Shape;388;p3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15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By how much is four-seventh of 560 greater than five-eighth of 400?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210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70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90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110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0" name="Google Shape;390;p3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B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4"/>
          <p:cNvPicPr preferRelativeResize="0"/>
          <p:nvPr/>
        </p:nvPicPr>
        <p:blipFill rotWithShape="1">
          <a:blip r:embed="rId1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4"/>
          <p:cNvPicPr preferRelativeResize="0"/>
          <p:nvPr/>
        </p:nvPicPr>
        <p:blipFill rotWithShape="1">
          <a:blip r:embed="rId2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8" name="Google Shape;398;p3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99" name="Google Shape;399;p3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We have to find, the value of 4/7 of 560 - 5/8 of 400.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4/7 x 560 - 5/8 x 400 = (4 x 80) - (5 x 50) = 320 - 250 = 70</a:t>
            </a:r>
            <a:b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400" b="0" i="0" u="none" strike="noStrike" cap="none">
                <a:solidFill>
                  <a:srgbClr val="000000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Hence, four-seventh of 560 is greater than five-eighth of 400 by 70.</a:t>
            </a:r>
            <a:endParaRPr sz="14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6423</Words>
  <Application>WPS Presentation</Application>
  <PresentationFormat/>
  <Paragraphs>330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Arial</vt:lpstr>
      <vt:lpstr>SimSun</vt:lpstr>
      <vt:lpstr>Wingdings</vt:lpstr>
      <vt:lpstr>Arial</vt:lpstr>
      <vt:lpstr>Roboto</vt:lpstr>
      <vt:lpstr>Microsoft YaHei</vt:lpstr>
      <vt:lpstr>Arial Unicode MS</vt:lpstr>
      <vt:lpstr>Calibri</vt:lpstr>
      <vt:lpstr>Proxima Nova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Prasanth P</cp:lastModifiedBy>
  <cp:revision>1</cp:revision>
  <dcterms:created xsi:type="dcterms:W3CDTF">2023-01-05T07:25:38Z</dcterms:created>
  <dcterms:modified xsi:type="dcterms:W3CDTF">2023-01-05T07:25:39Z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6ADFC3B1BE824CBBBB8BF7AF89EBF0E6</vt:lpwstr>
  </property>
  <property fmtid="{D5CDD505-2E9C-101B-9397-08002B2CF9AE}" pid="3" name="KSOProductBuildVer">
    <vt:lpwstr>1033-11.2.0.11214</vt:lpwstr>
  </property>
</Properties>
</file>