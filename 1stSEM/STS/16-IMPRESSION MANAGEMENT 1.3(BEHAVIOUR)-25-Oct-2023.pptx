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61" r:id="rId2"/>
    <p:sldId id="289" r:id="rId3"/>
    <p:sldId id="287" r:id="rId4"/>
    <p:sldId id="282" r:id="rId5"/>
    <p:sldId id="290" r:id="rId6"/>
    <p:sldId id="292" r:id="rId7"/>
    <p:sldId id="283" r:id="rId8"/>
    <p:sldId id="291" r:id="rId9"/>
    <p:sldId id="27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3" userDrawn="1">
          <p15:clr>
            <a:srgbClr val="A4A3A4"/>
          </p15:clr>
        </p15:guide>
        <p15:guide id="3" orient="horz" pos="1638" userDrawn="1">
          <p15:clr>
            <a:srgbClr val="A4A3A4"/>
          </p15:clr>
        </p15:guide>
        <p15:guide id="4" orient="horz" pos="2908" userDrawn="1">
          <p15:clr>
            <a:srgbClr val="A4A3A4"/>
          </p15:clr>
        </p15:guide>
        <p15:guide id="5" orient="horz" pos="3702" userDrawn="1">
          <p15:clr>
            <a:srgbClr val="A4A3A4"/>
          </p15:clr>
        </p15:guide>
        <p15:guide id="8" pos="657" userDrawn="1">
          <p15:clr>
            <a:srgbClr val="A4A3A4"/>
          </p15:clr>
        </p15:guide>
        <p15:guide id="9" pos="21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50" autoAdjust="0"/>
    <p:restoredTop sz="94270" autoAdjust="0"/>
  </p:normalViewPr>
  <p:slideViewPr>
    <p:cSldViewPr snapToGrid="0">
      <p:cViewPr varScale="1">
        <p:scale>
          <a:sx n="68" d="100"/>
          <a:sy n="68" d="100"/>
        </p:scale>
        <p:origin x="1410" y="72"/>
      </p:cViewPr>
      <p:guideLst>
        <p:guide orient="horz" pos="313"/>
        <p:guide orient="horz" pos="1638"/>
        <p:guide orient="horz" pos="2908"/>
        <p:guide orient="horz" pos="3702"/>
        <p:guide pos="657"/>
        <p:guide pos="21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244801" cy="2448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0A3F84-0C44-4714-9130-F3685D79D7E8}" type="datetimeFigureOut">
              <a:rPr lang="en-GB" smtClean="0"/>
              <a:t>07/06/2018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12E197-D94A-442D-BE23-8D7D77E794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7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12E197-D94A-442D-BE23-8D7D77E7944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3184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12E197-D94A-442D-BE23-8D7D77E7944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4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12E197-D94A-442D-BE23-8D7D77E7944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816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Description generated with high confidence">
            <a:extLst>
              <a:ext uri="{FF2B5EF4-FFF2-40B4-BE49-F238E27FC236}">
                <a16:creationId xmlns:a16="http://schemas.microsoft.com/office/drawing/2014/main" id="{3C25D2A0-CED5-4B52-92AB-FBAEEE2719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799" y="244800"/>
            <a:ext cx="1022401" cy="1022401"/>
          </a:xfrm>
          <a:prstGeom prst="rect">
            <a:avLst/>
          </a:prstGeom>
        </p:spPr>
      </p:pic>
      <p:pic>
        <p:nvPicPr>
          <p:cNvPr id="15" name="Picture 14" descr="A picture containing colorful, colored&#10;&#10;Description generated with very high confidence">
            <a:extLst>
              <a:ext uri="{FF2B5EF4-FFF2-40B4-BE49-F238E27FC236}">
                <a16:creationId xmlns:a16="http://schemas.microsoft.com/office/drawing/2014/main" id="{A924F7CA-3DEE-4DB5-9A47-2D337AF6BC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5" b="93219"/>
          <a:stretch/>
        </p:blipFill>
        <p:spPr>
          <a:xfrm>
            <a:off x="0" y="6465600"/>
            <a:ext cx="9144000" cy="392400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107C90A4-D9E0-49B8-8727-E3197621DE73}"/>
              </a:ext>
            </a:extLst>
          </p:cNvPr>
          <p:cNvSpPr/>
          <p:nvPr userDrawn="1"/>
        </p:nvSpPr>
        <p:spPr>
          <a:xfrm>
            <a:off x="871754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1480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Description generated with high confidence">
            <a:extLst>
              <a:ext uri="{FF2B5EF4-FFF2-40B4-BE49-F238E27FC236}">
                <a16:creationId xmlns:a16="http://schemas.microsoft.com/office/drawing/2014/main" id="{3C25D2A0-CED5-4B52-92AB-FBAEEE2719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799" y="244800"/>
            <a:ext cx="1022401" cy="1022401"/>
          </a:xfrm>
          <a:prstGeom prst="rect">
            <a:avLst/>
          </a:prstGeom>
        </p:spPr>
      </p:pic>
      <p:pic>
        <p:nvPicPr>
          <p:cNvPr id="16" name="Picture 15" descr="A picture containing colorful, colored&#10;&#10;Description generated with very high confidence">
            <a:extLst>
              <a:ext uri="{FF2B5EF4-FFF2-40B4-BE49-F238E27FC236}">
                <a16:creationId xmlns:a16="http://schemas.microsoft.com/office/drawing/2014/main" id="{1DF610F3-9FFA-4074-A129-736D54B945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15" b="84419"/>
          <a:stretch/>
        </p:blipFill>
        <p:spPr>
          <a:xfrm>
            <a:off x="0" y="6465600"/>
            <a:ext cx="9144000" cy="392400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378E43E7-5E35-4335-8B55-92CCDE78DFBC}"/>
              </a:ext>
            </a:extLst>
          </p:cNvPr>
          <p:cNvSpPr/>
          <p:nvPr userDrawn="1"/>
        </p:nvSpPr>
        <p:spPr>
          <a:xfrm>
            <a:off x="879397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12365F9-5C24-45B7-8440-F758CD8CA124}"/>
              </a:ext>
            </a:extLst>
          </p:cNvPr>
          <p:cNvSpPr/>
          <p:nvPr userDrawn="1"/>
        </p:nvSpPr>
        <p:spPr>
          <a:xfrm>
            <a:off x="871754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6776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Description generated with high confidence">
            <a:extLst>
              <a:ext uri="{FF2B5EF4-FFF2-40B4-BE49-F238E27FC236}">
                <a16:creationId xmlns:a16="http://schemas.microsoft.com/office/drawing/2014/main" id="{3C25D2A0-CED5-4B52-92AB-FBAEEE2719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799" y="244801"/>
            <a:ext cx="1022401" cy="963514"/>
          </a:xfrm>
          <a:prstGeom prst="rect">
            <a:avLst/>
          </a:prstGeom>
        </p:spPr>
      </p:pic>
      <p:pic>
        <p:nvPicPr>
          <p:cNvPr id="17" name="Picture 16" descr="A picture containing colorful, colored&#10;&#10;Description generated with very high confidence">
            <a:extLst>
              <a:ext uri="{FF2B5EF4-FFF2-40B4-BE49-F238E27FC236}">
                <a16:creationId xmlns:a16="http://schemas.microsoft.com/office/drawing/2014/main" id="{812C06DC-FC86-4689-AE2D-8F777D6AF3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15" b="72519"/>
          <a:stretch/>
        </p:blipFill>
        <p:spPr>
          <a:xfrm>
            <a:off x="0" y="6465600"/>
            <a:ext cx="9144000" cy="392400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9D3011C2-022A-40C8-AF68-C6FDA725D03D}"/>
              </a:ext>
            </a:extLst>
          </p:cNvPr>
          <p:cNvSpPr/>
          <p:nvPr userDrawn="1"/>
        </p:nvSpPr>
        <p:spPr>
          <a:xfrm>
            <a:off x="887040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53BCDBA-FEB0-4AFD-9D9D-A9C7E4FDB092}"/>
              </a:ext>
            </a:extLst>
          </p:cNvPr>
          <p:cNvSpPr/>
          <p:nvPr userDrawn="1"/>
        </p:nvSpPr>
        <p:spPr>
          <a:xfrm>
            <a:off x="879397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073537B-2488-4949-9332-A8857CF0E528}"/>
              </a:ext>
            </a:extLst>
          </p:cNvPr>
          <p:cNvSpPr/>
          <p:nvPr userDrawn="1"/>
        </p:nvSpPr>
        <p:spPr>
          <a:xfrm>
            <a:off x="871754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7504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Description generated with high confidence">
            <a:extLst>
              <a:ext uri="{FF2B5EF4-FFF2-40B4-BE49-F238E27FC236}">
                <a16:creationId xmlns:a16="http://schemas.microsoft.com/office/drawing/2014/main" id="{3C25D2A0-CED5-4B52-92AB-FBAEEE2719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799" y="244800"/>
            <a:ext cx="1022401" cy="1022401"/>
          </a:xfrm>
          <a:prstGeom prst="rect">
            <a:avLst/>
          </a:prstGeom>
        </p:spPr>
      </p:pic>
      <p:pic>
        <p:nvPicPr>
          <p:cNvPr id="18" name="Picture 17" descr="A picture containing colorful, colored&#10;&#10;Description generated with very high confidence">
            <a:extLst>
              <a:ext uri="{FF2B5EF4-FFF2-40B4-BE49-F238E27FC236}">
                <a16:creationId xmlns:a16="http://schemas.microsoft.com/office/drawing/2014/main" id="{E0D97DB0-BDD7-4C1B-9D80-139ACF9A60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03" b="37531"/>
          <a:stretch/>
        </p:blipFill>
        <p:spPr>
          <a:xfrm>
            <a:off x="0" y="6465600"/>
            <a:ext cx="9144000" cy="39240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64DDAD7-9253-4567-A1F3-65F4B7C61A77}"/>
              </a:ext>
            </a:extLst>
          </p:cNvPr>
          <p:cNvSpPr/>
          <p:nvPr userDrawn="1"/>
        </p:nvSpPr>
        <p:spPr>
          <a:xfrm>
            <a:off x="894683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1EC6E10-6AC4-4503-9F03-C632F86B55C7}"/>
              </a:ext>
            </a:extLst>
          </p:cNvPr>
          <p:cNvSpPr/>
          <p:nvPr userDrawn="1"/>
        </p:nvSpPr>
        <p:spPr>
          <a:xfrm>
            <a:off x="887040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EB03500-4568-47CA-AE21-6AA1F318D5E6}"/>
              </a:ext>
            </a:extLst>
          </p:cNvPr>
          <p:cNvSpPr/>
          <p:nvPr userDrawn="1"/>
        </p:nvSpPr>
        <p:spPr>
          <a:xfrm>
            <a:off x="879397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B747C6B-6CFB-4B24-8FFB-DDD7294145F4}"/>
              </a:ext>
            </a:extLst>
          </p:cNvPr>
          <p:cNvSpPr/>
          <p:nvPr userDrawn="1"/>
        </p:nvSpPr>
        <p:spPr>
          <a:xfrm>
            <a:off x="871754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7945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Description generated with high confidence">
            <a:extLst>
              <a:ext uri="{FF2B5EF4-FFF2-40B4-BE49-F238E27FC236}">
                <a16:creationId xmlns:a16="http://schemas.microsoft.com/office/drawing/2014/main" id="{3C25D2A0-CED5-4B52-92AB-FBAEEE2719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799" y="244800"/>
            <a:ext cx="1022401" cy="1022401"/>
          </a:xfrm>
          <a:prstGeom prst="rect">
            <a:avLst/>
          </a:prstGeom>
        </p:spPr>
      </p:pic>
      <p:pic>
        <p:nvPicPr>
          <p:cNvPr id="19" name="Picture 18" descr="A picture containing colorful, colored&#10;&#10;Description generated with very high confidence">
            <a:extLst>
              <a:ext uri="{FF2B5EF4-FFF2-40B4-BE49-F238E27FC236}">
                <a16:creationId xmlns:a16="http://schemas.microsoft.com/office/drawing/2014/main" id="{41C787F0-E624-48F4-948C-A806936A8C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120" b="57014"/>
          <a:stretch/>
        </p:blipFill>
        <p:spPr>
          <a:xfrm>
            <a:off x="0" y="6465600"/>
            <a:ext cx="9144000" cy="39240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268A727F-EC13-407A-89B6-537F50E66069}"/>
              </a:ext>
            </a:extLst>
          </p:cNvPr>
          <p:cNvSpPr/>
          <p:nvPr userDrawn="1"/>
        </p:nvSpPr>
        <p:spPr>
          <a:xfrm>
            <a:off x="894683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0C5FCD6-C4B9-4E22-B89D-D292DFD13A87}"/>
              </a:ext>
            </a:extLst>
          </p:cNvPr>
          <p:cNvSpPr/>
          <p:nvPr userDrawn="1"/>
        </p:nvSpPr>
        <p:spPr>
          <a:xfrm>
            <a:off x="902326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7E52802-3AB2-432A-AFDB-396028524F2E}"/>
              </a:ext>
            </a:extLst>
          </p:cNvPr>
          <p:cNvSpPr/>
          <p:nvPr userDrawn="1"/>
        </p:nvSpPr>
        <p:spPr>
          <a:xfrm>
            <a:off x="887040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598F6DA-F3DE-4C0F-A2C6-0704DB3A4606}"/>
              </a:ext>
            </a:extLst>
          </p:cNvPr>
          <p:cNvSpPr/>
          <p:nvPr userDrawn="1"/>
        </p:nvSpPr>
        <p:spPr>
          <a:xfrm>
            <a:off x="879397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E35E71A-13C1-4721-BC76-FF70A71FE8A9}"/>
              </a:ext>
            </a:extLst>
          </p:cNvPr>
          <p:cNvSpPr/>
          <p:nvPr userDrawn="1"/>
        </p:nvSpPr>
        <p:spPr>
          <a:xfrm>
            <a:off x="871754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8640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Description generated with high confidence">
            <a:extLst>
              <a:ext uri="{FF2B5EF4-FFF2-40B4-BE49-F238E27FC236}">
                <a16:creationId xmlns:a16="http://schemas.microsoft.com/office/drawing/2014/main" id="{3C25D2A0-CED5-4B52-92AB-FBAEEE2719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799" y="244800"/>
            <a:ext cx="1022401" cy="1022401"/>
          </a:xfrm>
          <a:prstGeom prst="rect">
            <a:avLst/>
          </a:prstGeom>
        </p:spPr>
      </p:pic>
      <p:pic>
        <p:nvPicPr>
          <p:cNvPr id="20" name="Picture 19" descr="A picture containing colorful, colored&#10;&#10;Description generated with very high confidence">
            <a:extLst>
              <a:ext uri="{FF2B5EF4-FFF2-40B4-BE49-F238E27FC236}">
                <a16:creationId xmlns:a16="http://schemas.microsoft.com/office/drawing/2014/main" id="{6BEEA4BE-1583-42B9-A938-2AB14F9DB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517" b="28617"/>
          <a:stretch/>
        </p:blipFill>
        <p:spPr>
          <a:xfrm>
            <a:off x="0" y="6465600"/>
            <a:ext cx="9144000" cy="39240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AC470CB1-9B74-44B7-A4A8-2BEA969486EE}"/>
              </a:ext>
            </a:extLst>
          </p:cNvPr>
          <p:cNvSpPr/>
          <p:nvPr userDrawn="1"/>
        </p:nvSpPr>
        <p:spPr>
          <a:xfrm>
            <a:off x="894683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6152504-0D92-47D1-96D1-A23AA988D65A}"/>
              </a:ext>
            </a:extLst>
          </p:cNvPr>
          <p:cNvSpPr/>
          <p:nvPr userDrawn="1"/>
        </p:nvSpPr>
        <p:spPr>
          <a:xfrm>
            <a:off x="902326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5FA9A70-5AE1-4714-A68B-DAE10ED86C72}"/>
              </a:ext>
            </a:extLst>
          </p:cNvPr>
          <p:cNvSpPr/>
          <p:nvPr userDrawn="1"/>
        </p:nvSpPr>
        <p:spPr>
          <a:xfrm>
            <a:off x="887040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23673AE-7C5F-47E6-80A7-6299DA7169ED}"/>
              </a:ext>
            </a:extLst>
          </p:cNvPr>
          <p:cNvSpPr/>
          <p:nvPr userDrawn="1"/>
        </p:nvSpPr>
        <p:spPr>
          <a:xfrm>
            <a:off x="879397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0E3FC26-1736-404A-838C-3801AA1F889C}"/>
              </a:ext>
            </a:extLst>
          </p:cNvPr>
          <p:cNvSpPr/>
          <p:nvPr userDrawn="1"/>
        </p:nvSpPr>
        <p:spPr>
          <a:xfrm>
            <a:off x="871754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C5348A0-324F-49DE-A2A3-3FE9DE93F3AB}"/>
              </a:ext>
            </a:extLst>
          </p:cNvPr>
          <p:cNvSpPr/>
          <p:nvPr userDrawn="1"/>
        </p:nvSpPr>
        <p:spPr>
          <a:xfrm>
            <a:off x="8717540" y="6674672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7622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Description generated with high confidence">
            <a:extLst>
              <a:ext uri="{FF2B5EF4-FFF2-40B4-BE49-F238E27FC236}">
                <a16:creationId xmlns:a16="http://schemas.microsoft.com/office/drawing/2014/main" id="{3C25D2A0-CED5-4B52-92AB-FBAEEE2719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799" y="244800"/>
            <a:ext cx="1022401" cy="1022401"/>
          </a:xfrm>
          <a:prstGeom prst="rect">
            <a:avLst/>
          </a:prstGeom>
        </p:spPr>
      </p:pic>
      <p:pic>
        <p:nvPicPr>
          <p:cNvPr id="21" name="Picture 20" descr="A picture containing colorful, colored&#10;&#10;Description generated with very high confidence">
            <a:extLst>
              <a:ext uri="{FF2B5EF4-FFF2-40B4-BE49-F238E27FC236}">
                <a16:creationId xmlns:a16="http://schemas.microsoft.com/office/drawing/2014/main" id="{3FEE3EBF-C3D2-4143-9CDE-32C062D45E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063" b="4071"/>
          <a:stretch/>
        </p:blipFill>
        <p:spPr>
          <a:xfrm flipH="1">
            <a:off x="0" y="6465600"/>
            <a:ext cx="9144000" cy="39240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C2464862-3B7D-43C8-A742-6BC56BBCEEA1}"/>
              </a:ext>
            </a:extLst>
          </p:cNvPr>
          <p:cNvSpPr/>
          <p:nvPr userDrawn="1"/>
        </p:nvSpPr>
        <p:spPr>
          <a:xfrm>
            <a:off x="894683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DE58719-824B-4DD7-9044-18D00B2BD975}"/>
              </a:ext>
            </a:extLst>
          </p:cNvPr>
          <p:cNvSpPr/>
          <p:nvPr userDrawn="1"/>
        </p:nvSpPr>
        <p:spPr>
          <a:xfrm>
            <a:off x="902326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B478BB5-098B-4375-B171-B2E2836A7C5B}"/>
              </a:ext>
            </a:extLst>
          </p:cNvPr>
          <p:cNvSpPr/>
          <p:nvPr userDrawn="1"/>
        </p:nvSpPr>
        <p:spPr>
          <a:xfrm>
            <a:off x="887040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DBFD5C0-E144-465C-ABE4-33FBCB865834}"/>
              </a:ext>
            </a:extLst>
          </p:cNvPr>
          <p:cNvSpPr/>
          <p:nvPr userDrawn="1"/>
        </p:nvSpPr>
        <p:spPr>
          <a:xfrm>
            <a:off x="879397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FE9E61C-48C0-4221-8976-9B302F2CDFEB}"/>
              </a:ext>
            </a:extLst>
          </p:cNvPr>
          <p:cNvSpPr/>
          <p:nvPr userDrawn="1"/>
        </p:nvSpPr>
        <p:spPr>
          <a:xfrm>
            <a:off x="871754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F9AF5D1-C7E5-4A09-AF0E-76982EEE21E7}"/>
              </a:ext>
            </a:extLst>
          </p:cNvPr>
          <p:cNvSpPr/>
          <p:nvPr userDrawn="1"/>
        </p:nvSpPr>
        <p:spPr>
          <a:xfrm>
            <a:off x="8793970" y="6674672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CB1D458-F356-4096-9380-E050E054C694}"/>
              </a:ext>
            </a:extLst>
          </p:cNvPr>
          <p:cNvSpPr/>
          <p:nvPr userDrawn="1"/>
        </p:nvSpPr>
        <p:spPr>
          <a:xfrm>
            <a:off x="8717540" y="6674672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0397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Description generated with high confidence">
            <a:extLst>
              <a:ext uri="{FF2B5EF4-FFF2-40B4-BE49-F238E27FC236}">
                <a16:creationId xmlns:a16="http://schemas.microsoft.com/office/drawing/2014/main" id="{3C25D2A0-CED5-4B52-92AB-FBAEEE2719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799" y="244800"/>
            <a:ext cx="1022401" cy="1022401"/>
          </a:xfrm>
          <a:prstGeom prst="rect">
            <a:avLst/>
          </a:prstGeom>
        </p:spPr>
      </p:pic>
      <p:pic>
        <p:nvPicPr>
          <p:cNvPr id="22" name="Picture 21" descr="A picture containing colorful, colored&#10;&#10;Description generated with very high confidence">
            <a:extLst>
              <a:ext uri="{FF2B5EF4-FFF2-40B4-BE49-F238E27FC236}">
                <a16:creationId xmlns:a16="http://schemas.microsoft.com/office/drawing/2014/main" id="{0F3E89B7-738E-476B-B4C2-2BDB3EBED2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49" b="61685"/>
          <a:stretch/>
        </p:blipFill>
        <p:spPr>
          <a:xfrm>
            <a:off x="0" y="6465600"/>
            <a:ext cx="9144000" cy="39240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C657EBCC-BF2A-4EDB-83F4-17BD0BDC2724}"/>
              </a:ext>
            </a:extLst>
          </p:cNvPr>
          <p:cNvSpPr/>
          <p:nvPr userDrawn="1"/>
        </p:nvSpPr>
        <p:spPr>
          <a:xfrm>
            <a:off x="894683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7C2B017-6195-4C8F-8741-A91EBECCC37D}"/>
              </a:ext>
            </a:extLst>
          </p:cNvPr>
          <p:cNvSpPr/>
          <p:nvPr userDrawn="1"/>
        </p:nvSpPr>
        <p:spPr>
          <a:xfrm>
            <a:off x="902326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D1BD8C4-C56A-41B9-9A56-E4CC5098A4E2}"/>
              </a:ext>
            </a:extLst>
          </p:cNvPr>
          <p:cNvSpPr/>
          <p:nvPr userDrawn="1"/>
        </p:nvSpPr>
        <p:spPr>
          <a:xfrm>
            <a:off x="887040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A058FA1-BBE2-4BD2-9A5D-1866C6480D1E}"/>
              </a:ext>
            </a:extLst>
          </p:cNvPr>
          <p:cNvSpPr/>
          <p:nvPr userDrawn="1"/>
        </p:nvSpPr>
        <p:spPr>
          <a:xfrm>
            <a:off x="879397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81C4138-0A7B-4BDB-928C-354B82FE4A09}"/>
              </a:ext>
            </a:extLst>
          </p:cNvPr>
          <p:cNvSpPr/>
          <p:nvPr userDrawn="1"/>
        </p:nvSpPr>
        <p:spPr>
          <a:xfrm>
            <a:off x="871754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0D944D4-393B-482A-BDAA-0C11644D1BE0}"/>
              </a:ext>
            </a:extLst>
          </p:cNvPr>
          <p:cNvSpPr/>
          <p:nvPr userDrawn="1"/>
        </p:nvSpPr>
        <p:spPr>
          <a:xfrm>
            <a:off x="8870400" y="6674672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D1AE746-0965-4921-99B8-65D79F4DEC95}"/>
              </a:ext>
            </a:extLst>
          </p:cNvPr>
          <p:cNvSpPr/>
          <p:nvPr userDrawn="1"/>
        </p:nvSpPr>
        <p:spPr>
          <a:xfrm>
            <a:off x="8793970" y="6674672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D89DBF4-0D97-4058-BCCB-21DDB711ADB2}"/>
              </a:ext>
            </a:extLst>
          </p:cNvPr>
          <p:cNvSpPr/>
          <p:nvPr userDrawn="1"/>
        </p:nvSpPr>
        <p:spPr>
          <a:xfrm>
            <a:off x="8717540" y="6674672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7632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Description generated with high confidence">
            <a:extLst>
              <a:ext uri="{FF2B5EF4-FFF2-40B4-BE49-F238E27FC236}">
                <a16:creationId xmlns:a16="http://schemas.microsoft.com/office/drawing/2014/main" id="{3C25D2A0-CED5-4B52-92AB-FBAEEE2719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799" y="244800"/>
            <a:ext cx="1022401" cy="1022401"/>
          </a:xfrm>
          <a:prstGeom prst="rect">
            <a:avLst/>
          </a:prstGeom>
        </p:spPr>
      </p:pic>
      <p:pic>
        <p:nvPicPr>
          <p:cNvPr id="23" name="Picture 22" descr="A picture containing colorful, colored&#10;&#10;Description generated with very high confidence">
            <a:extLst>
              <a:ext uri="{FF2B5EF4-FFF2-40B4-BE49-F238E27FC236}">
                <a16:creationId xmlns:a16="http://schemas.microsoft.com/office/drawing/2014/main" id="{CC7AB75E-4A52-43DC-A2D2-368100AC72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288" b="44846"/>
          <a:stretch/>
        </p:blipFill>
        <p:spPr>
          <a:xfrm flipH="1">
            <a:off x="0" y="6465600"/>
            <a:ext cx="9144000" cy="39240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6AAFE3CE-771E-4A1C-B6AF-235A0C17E689}"/>
              </a:ext>
            </a:extLst>
          </p:cNvPr>
          <p:cNvSpPr/>
          <p:nvPr userDrawn="1"/>
        </p:nvSpPr>
        <p:spPr>
          <a:xfrm>
            <a:off x="894683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ACF6A2D-2E53-49B4-9E7F-AED7D9A75AB4}"/>
              </a:ext>
            </a:extLst>
          </p:cNvPr>
          <p:cNvSpPr/>
          <p:nvPr userDrawn="1"/>
        </p:nvSpPr>
        <p:spPr>
          <a:xfrm>
            <a:off x="902326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7859164-ED90-4776-B301-DE619AD2EB86}"/>
              </a:ext>
            </a:extLst>
          </p:cNvPr>
          <p:cNvSpPr/>
          <p:nvPr userDrawn="1"/>
        </p:nvSpPr>
        <p:spPr>
          <a:xfrm>
            <a:off x="887040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669FB0B-9A15-4246-BAE4-4D7C096D938E}"/>
              </a:ext>
            </a:extLst>
          </p:cNvPr>
          <p:cNvSpPr/>
          <p:nvPr userDrawn="1"/>
        </p:nvSpPr>
        <p:spPr>
          <a:xfrm>
            <a:off x="879397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FC1E4B5-87EC-4A5A-8635-2616915A2976}"/>
              </a:ext>
            </a:extLst>
          </p:cNvPr>
          <p:cNvSpPr/>
          <p:nvPr userDrawn="1"/>
        </p:nvSpPr>
        <p:spPr>
          <a:xfrm>
            <a:off x="871754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DBBA8C0-54BF-470E-80B3-33AB7108CA26}"/>
              </a:ext>
            </a:extLst>
          </p:cNvPr>
          <p:cNvSpPr/>
          <p:nvPr userDrawn="1"/>
        </p:nvSpPr>
        <p:spPr>
          <a:xfrm>
            <a:off x="8946830" y="6674672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97D2058-FC97-4090-96B9-04634AA4880D}"/>
              </a:ext>
            </a:extLst>
          </p:cNvPr>
          <p:cNvSpPr/>
          <p:nvPr userDrawn="1"/>
        </p:nvSpPr>
        <p:spPr>
          <a:xfrm>
            <a:off x="8870400" y="6674672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9362CC7-732F-4CFF-93CD-2AE70E189A78}"/>
              </a:ext>
            </a:extLst>
          </p:cNvPr>
          <p:cNvSpPr/>
          <p:nvPr userDrawn="1"/>
        </p:nvSpPr>
        <p:spPr>
          <a:xfrm>
            <a:off x="8793970" y="6674672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8E5180C-A5F2-4328-96A0-07C93EF1F320}"/>
              </a:ext>
            </a:extLst>
          </p:cNvPr>
          <p:cNvSpPr/>
          <p:nvPr userDrawn="1"/>
        </p:nvSpPr>
        <p:spPr>
          <a:xfrm>
            <a:off x="8717540" y="6674672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7557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Description generated with high confidence">
            <a:extLst>
              <a:ext uri="{FF2B5EF4-FFF2-40B4-BE49-F238E27FC236}">
                <a16:creationId xmlns:a16="http://schemas.microsoft.com/office/drawing/2014/main" id="{3C25D2A0-CED5-4B52-92AB-FBAEEE2719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799" y="244800"/>
            <a:ext cx="1022401" cy="1022401"/>
          </a:xfrm>
          <a:prstGeom prst="rect">
            <a:avLst/>
          </a:prstGeom>
        </p:spPr>
      </p:pic>
      <p:pic>
        <p:nvPicPr>
          <p:cNvPr id="24" name="Picture 23" descr="A picture containing colorful, colored&#10;&#10;Description generated with very high confidence">
            <a:extLst>
              <a:ext uri="{FF2B5EF4-FFF2-40B4-BE49-F238E27FC236}">
                <a16:creationId xmlns:a16="http://schemas.microsoft.com/office/drawing/2014/main" id="{C9A839C0-D2F5-4B10-BD9E-BABFBCB7AB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288" b="44846"/>
          <a:stretch/>
        </p:blipFill>
        <p:spPr>
          <a:xfrm flipV="1">
            <a:off x="0" y="6465600"/>
            <a:ext cx="9144000" cy="39240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5CFD4B97-08B8-46B2-A942-23421853DD50}"/>
              </a:ext>
            </a:extLst>
          </p:cNvPr>
          <p:cNvSpPr/>
          <p:nvPr userDrawn="1"/>
        </p:nvSpPr>
        <p:spPr>
          <a:xfrm>
            <a:off x="894683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EC7DBA6-207E-418F-8AC6-1BDE25D0F9AF}"/>
              </a:ext>
            </a:extLst>
          </p:cNvPr>
          <p:cNvSpPr/>
          <p:nvPr userDrawn="1"/>
        </p:nvSpPr>
        <p:spPr>
          <a:xfrm>
            <a:off x="902326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B0471E1-6A8B-43B4-9B62-09585EE4F566}"/>
              </a:ext>
            </a:extLst>
          </p:cNvPr>
          <p:cNvSpPr/>
          <p:nvPr userDrawn="1"/>
        </p:nvSpPr>
        <p:spPr>
          <a:xfrm>
            <a:off x="887040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989D1E9-B3CB-4C25-9FB3-CAC87DEB67E1}"/>
              </a:ext>
            </a:extLst>
          </p:cNvPr>
          <p:cNvSpPr/>
          <p:nvPr userDrawn="1"/>
        </p:nvSpPr>
        <p:spPr>
          <a:xfrm>
            <a:off x="879397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2C43A90-D160-4CE2-AC0E-08DF706D3CB0}"/>
              </a:ext>
            </a:extLst>
          </p:cNvPr>
          <p:cNvSpPr/>
          <p:nvPr userDrawn="1"/>
        </p:nvSpPr>
        <p:spPr>
          <a:xfrm>
            <a:off x="871754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773AA4F-3DC6-40E2-84C4-615B91ADE74B}"/>
              </a:ext>
            </a:extLst>
          </p:cNvPr>
          <p:cNvSpPr/>
          <p:nvPr userDrawn="1"/>
        </p:nvSpPr>
        <p:spPr>
          <a:xfrm>
            <a:off x="8946830" y="6674672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B54CD83-DA55-4212-A642-C7FFC21EEB8A}"/>
              </a:ext>
            </a:extLst>
          </p:cNvPr>
          <p:cNvSpPr/>
          <p:nvPr userDrawn="1"/>
        </p:nvSpPr>
        <p:spPr>
          <a:xfrm>
            <a:off x="9023260" y="6674672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6A02A44-D40B-4ABD-A050-54F1918563C9}"/>
              </a:ext>
            </a:extLst>
          </p:cNvPr>
          <p:cNvSpPr/>
          <p:nvPr userDrawn="1"/>
        </p:nvSpPr>
        <p:spPr>
          <a:xfrm>
            <a:off x="8870400" y="6674672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3EA12E8-24A6-4D4C-8047-9E539BDA6ED4}"/>
              </a:ext>
            </a:extLst>
          </p:cNvPr>
          <p:cNvSpPr/>
          <p:nvPr userDrawn="1"/>
        </p:nvSpPr>
        <p:spPr>
          <a:xfrm>
            <a:off x="8793970" y="6674672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E7BB0C2-BCA0-4AEA-AA91-ABEE13F50CED}"/>
              </a:ext>
            </a:extLst>
          </p:cNvPr>
          <p:cNvSpPr/>
          <p:nvPr userDrawn="1"/>
        </p:nvSpPr>
        <p:spPr>
          <a:xfrm>
            <a:off x="8717540" y="6674672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0390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4A249-8D3F-4C1A-8DC0-490133B915FE}" type="datetimeFigureOut">
              <a:rPr lang="en-GB" smtClean="0"/>
              <a:t>07/06/2018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1A752E-97B1-4294-9576-64CAE105D3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2383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CC4C69A-D823-47B2-8868-9BD3612058A6}"/>
              </a:ext>
            </a:extLst>
          </p:cNvPr>
          <p:cNvSpPr txBox="1"/>
          <p:nvPr/>
        </p:nvSpPr>
        <p:spPr>
          <a:xfrm>
            <a:off x="-2911581" y="1076507"/>
            <a:ext cx="304410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900" dirty="0"/>
              <a:t>HEADING</a:t>
            </a:r>
            <a:r>
              <a:rPr lang="en-GB" sz="3000" dirty="0"/>
              <a:t> </a:t>
            </a:r>
            <a:r>
              <a:rPr lang="en-GB" sz="4900" dirty="0"/>
              <a:t>1</a:t>
            </a:r>
            <a:r>
              <a:rPr lang="en-GB" dirty="0"/>
              <a:t> </a:t>
            </a:r>
            <a:endParaRPr lang="en-GB" sz="3000" dirty="0"/>
          </a:p>
          <a:p>
            <a:r>
              <a:rPr lang="en-GB" sz="3000" dirty="0">
                <a:solidFill>
                  <a:srgbClr val="000000"/>
                </a:solidFill>
                <a:latin typeface="Calibri" panose="020F0502020204030204" pitchFamily="34" charset="0"/>
              </a:rPr>
              <a:t>HEADING 2</a:t>
            </a:r>
          </a:p>
          <a:p>
            <a:r>
              <a:rPr lang="en-GB" sz="1900" dirty="0">
                <a:solidFill>
                  <a:srgbClr val="000000"/>
                </a:solidFill>
                <a:latin typeface="Calibri" panose="020F0502020204030204" pitchFamily="34" charset="0"/>
              </a:rPr>
              <a:t>HEADING 3</a:t>
            </a:r>
            <a:endParaRPr lang="en-GB" sz="1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79DA03-D671-4A43-9A1C-BCE059E61B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7292" y="1090590"/>
            <a:ext cx="3509415" cy="426082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1E04EB7-34E1-41B8-9700-AB090827C25C}"/>
              </a:ext>
            </a:extLst>
          </p:cNvPr>
          <p:cNvGrpSpPr/>
          <p:nvPr/>
        </p:nvGrpSpPr>
        <p:grpSpPr>
          <a:xfrm>
            <a:off x="-2169309" y="3631997"/>
            <a:ext cx="421159" cy="103173"/>
            <a:chOff x="-2228588" y="3369027"/>
            <a:chExt cx="421159" cy="10317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BECB0D0-90D7-4F81-8A84-8706C98C033D}"/>
                </a:ext>
              </a:extLst>
            </p:cNvPr>
            <p:cNvSpPr/>
            <p:nvPr/>
          </p:nvSpPr>
          <p:spPr>
            <a:xfrm>
              <a:off x="-222858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81C82DD-E184-487D-B306-B2EB55692506}"/>
                </a:ext>
              </a:extLst>
            </p:cNvPr>
            <p:cNvSpPr/>
            <p:nvPr/>
          </p:nvSpPr>
          <p:spPr>
            <a:xfrm>
              <a:off x="-213409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6104EF4-E022-4582-811F-7A01CFE79D85}"/>
                </a:ext>
              </a:extLst>
            </p:cNvPr>
            <p:cNvSpPr/>
            <p:nvPr/>
          </p:nvSpPr>
          <p:spPr>
            <a:xfrm>
              <a:off x="-203960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801EB68-656C-4E42-80EA-EE5889504DB8}"/>
                </a:ext>
              </a:extLst>
            </p:cNvPr>
            <p:cNvSpPr/>
            <p:nvPr/>
          </p:nvSpPr>
          <p:spPr>
            <a:xfrm>
              <a:off x="-194511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1D09F37-A31D-4025-8AA2-356BFF977C6C}"/>
                </a:ext>
              </a:extLst>
            </p:cNvPr>
            <p:cNvSpPr/>
            <p:nvPr/>
          </p:nvSpPr>
          <p:spPr>
            <a:xfrm>
              <a:off x="-1850629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B6EE6CE-279A-41D3-9311-5F0457EABDBD}"/>
                </a:ext>
              </a:extLst>
            </p:cNvPr>
            <p:cNvSpPr/>
            <p:nvPr/>
          </p:nvSpPr>
          <p:spPr>
            <a:xfrm>
              <a:off x="-222858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24C48A-513B-47AC-B3EB-61910D0F5859}"/>
                </a:ext>
              </a:extLst>
            </p:cNvPr>
            <p:cNvSpPr/>
            <p:nvPr/>
          </p:nvSpPr>
          <p:spPr>
            <a:xfrm>
              <a:off x="-213409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E0E26FC-0CDA-48E1-9AA9-70618C50B279}"/>
                </a:ext>
              </a:extLst>
            </p:cNvPr>
            <p:cNvSpPr/>
            <p:nvPr/>
          </p:nvSpPr>
          <p:spPr>
            <a:xfrm>
              <a:off x="-203960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9A2DF8D-EE75-4635-AF44-E00624B7B4F4}"/>
                </a:ext>
              </a:extLst>
            </p:cNvPr>
            <p:cNvSpPr/>
            <p:nvPr/>
          </p:nvSpPr>
          <p:spPr>
            <a:xfrm>
              <a:off x="-194511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1F8B828-774C-4270-8D2D-EF7FEA102A71}"/>
                </a:ext>
              </a:extLst>
            </p:cNvPr>
            <p:cNvSpPr/>
            <p:nvPr/>
          </p:nvSpPr>
          <p:spPr>
            <a:xfrm>
              <a:off x="-1850629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580407B-6C29-4DE4-81F8-215EF8ECE2E8}"/>
              </a:ext>
            </a:extLst>
          </p:cNvPr>
          <p:cNvGrpSpPr/>
          <p:nvPr/>
        </p:nvGrpSpPr>
        <p:grpSpPr>
          <a:xfrm>
            <a:off x="-2169309" y="3949366"/>
            <a:ext cx="421159" cy="103173"/>
            <a:chOff x="-2228588" y="3369027"/>
            <a:chExt cx="421159" cy="103173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1D7DDCC-E118-4AE2-A0B1-5F8E355D628D}"/>
                </a:ext>
              </a:extLst>
            </p:cNvPr>
            <p:cNvSpPr/>
            <p:nvPr/>
          </p:nvSpPr>
          <p:spPr>
            <a:xfrm>
              <a:off x="-222858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CF0F615-EE7E-439A-977F-82110CDB66AC}"/>
                </a:ext>
              </a:extLst>
            </p:cNvPr>
            <p:cNvSpPr/>
            <p:nvPr/>
          </p:nvSpPr>
          <p:spPr>
            <a:xfrm>
              <a:off x="-213409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E86893B-DEBF-4F54-9016-495A95B721E3}"/>
                </a:ext>
              </a:extLst>
            </p:cNvPr>
            <p:cNvSpPr/>
            <p:nvPr/>
          </p:nvSpPr>
          <p:spPr>
            <a:xfrm>
              <a:off x="-203960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65378C4-0D8D-47A5-8453-B958D57C4D64}"/>
                </a:ext>
              </a:extLst>
            </p:cNvPr>
            <p:cNvSpPr/>
            <p:nvPr/>
          </p:nvSpPr>
          <p:spPr>
            <a:xfrm>
              <a:off x="-194511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1F1A8D1-6B7B-4BF3-B84C-35CAD55A79A6}"/>
                </a:ext>
              </a:extLst>
            </p:cNvPr>
            <p:cNvSpPr/>
            <p:nvPr/>
          </p:nvSpPr>
          <p:spPr>
            <a:xfrm>
              <a:off x="-1850629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D349F30-C48E-49F7-A145-4187934C82D0}"/>
                </a:ext>
              </a:extLst>
            </p:cNvPr>
            <p:cNvSpPr/>
            <p:nvPr/>
          </p:nvSpPr>
          <p:spPr>
            <a:xfrm>
              <a:off x="-222858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FFCB4D78-BE4A-413D-B392-EE622658DEB7}"/>
                </a:ext>
              </a:extLst>
            </p:cNvPr>
            <p:cNvSpPr/>
            <p:nvPr/>
          </p:nvSpPr>
          <p:spPr>
            <a:xfrm>
              <a:off x="-213409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B8FB2AF-B68A-4E81-9A9E-7CD6D2351ECB}"/>
                </a:ext>
              </a:extLst>
            </p:cNvPr>
            <p:cNvSpPr/>
            <p:nvPr/>
          </p:nvSpPr>
          <p:spPr>
            <a:xfrm>
              <a:off x="-203960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B25FEE3-E411-463B-9211-52E44050C93A}"/>
                </a:ext>
              </a:extLst>
            </p:cNvPr>
            <p:cNvSpPr/>
            <p:nvPr/>
          </p:nvSpPr>
          <p:spPr>
            <a:xfrm>
              <a:off x="-194511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FE2146D-5B10-4222-BEED-4F69A6E11F63}"/>
                </a:ext>
              </a:extLst>
            </p:cNvPr>
            <p:cNvSpPr/>
            <p:nvPr/>
          </p:nvSpPr>
          <p:spPr>
            <a:xfrm>
              <a:off x="-1850629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56A70DA-8F0B-4DC5-A655-6E99E7BE65F5}"/>
                </a:ext>
              </a:extLst>
            </p:cNvPr>
            <p:cNvSpPr/>
            <p:nvPr/>
          </p:nvSpPr>
          <p:spPr>
            <a:xfrm>
              <a:off x="-2125545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830AAE3-BAEB-4BA1-A486-05D9396FDB38}"/>
                </a:ext>
              </a:extLst>
            </p:cNvPr>
            <p:cNvSpPr/>
            <p:nvPr/>
          </p:nvSpPr>
          <p:spPr>
            <a:xfrm>
              <a:off x="-2031055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16C0BC0-D162-4460-9C5D-7C12363D8A06}"/>
                </a:ext>
              </a:extLst>
            </p:cNvPr>
            <p:cNvSpPr/>
            <p:nvPr/>
          </p:nvSpPr>
          <p:spPr>
            <a:xfrm>
              <a:off x="-1936565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1BB3152-91C1-4ADD-A70C-3511B4CBC501}"/>
              </a:ext>
            </a:extLst>
          </p:cNvPr>
          <p:cNvSpPr/>
          <p:nvPr/>
        </p:nvSpPr>
        <p:spPr>
          <a:xfrm>
            <a:off x="7844589" y="256674"/>
            <a:ext cx="1010654" cy="994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3490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CC4C69A-D823-47B2-8868-9BD3612058A6}"/>
              </a:ext>
            </a:extLst>
          </p:cNvPr>
          <p:cNvSpPr txBox="1"/>
          <p:nvPr/>
        </p:nvSpPr>
        <p:spPr>
          <a:xfrm>
            <a:off x="-2911581" y="1076507"/>
            <a:ext cx="304410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900" dirty="0"/>
              <a:t>HEADING</a:t>
            </a:r>
            <a:r>
              <a:rPr lang="en-GB" sz="3000" dirty="0"/>
              <a:t> </a:t>
            </a:r>
            <a:r>
              <a:rPr lang="en-GB" sz="4900" dirty="0"/>
              <a:t>1</a:t>
            </a:r>
            <a:r>
              <a:rPr lang="en-GB" dirty="0"/>
              <a:t> </a:t>
            </a:r>
            <a:endParaRPr lang="en-GB" sz="3000" dirty="0"/>
          </a:p>
          <a:p>
            <a:r>
              <a:rPr lang="en-GB" sz="3000" dirty="0">
                <a:solidFill>
                  <a:srgbClr val="000000"/>
                </a:solidFill>
                <a:latin typeface="Calibri" panose="020F0502020204030204" pitchFamily="34" charset="0"/>
              </a:rPr>
              <a:t>HEADING 2</a:t>
            </a:r>
          </a:p>
          <a:p>
            <a:r>
              <a:rPr lang="en-GB" sz="1900" dirty="0">
                <a:solidFill>
                  <a:srgbClr val="000000"/>
                </a:solidFill>
                <a:latin typeface="Calibri" panose="020F0502020204030204" pitchFamily="34" charset="0"/>
              </a:rPr>
              <a:t>HEADING 3</a:t>
            </a:r>
            <a:endParaRPr lang="en-GB" sz="19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E04EB7-34E1-41B8-9700-AB090827C25C}"/>
              </a:ext>
            </a:extLst>
          </p:cNvPr>
          <p:cNvGrpSpPr/>
          <p:nvPr/>
        </p:nvGrpSpPr>
        <p:grpSpPr>
          <a:xfrm>
            <a:off x="-2169309" y="3631997"/>
            <a:ext cx="421159" cy="103173"/>
            <a:chOff x="-2228588" y="3369027"/>
            <a:chExt cx="421159" cy="10317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BECB0D0-90D7-4F81-8A84-8706C98C033D}"/>
                </a:ext>
              </a:extLst>
            </p:cNvPr>
            <p:cNvSpPr/>
            <p:nvPr/>
          </p:nvSpPr>
          <p:spPr>
            <a:xfrm>
              <a:off x="-222858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81C82DD-E184-487D-B306-B2EB55692506}"/>
                </a:ext>
              </a:extLst>
            </p:cNvPr>
            <p:cNvSpPr/>
            <p:nvPr/>
          </p:nvSpPr>
          <p:spPr>
            <a:xfrm>
              <a:off x="-213409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6104EF4-E022-4582-811F-7A01CFE79D85}"/>
                </a:ext>
              </a:extLst>
            </p:cNvPr>
            <p:cNvSpPr/>
            <p:nvPr/>
          </p:nvSpPr>
          <p:spPr>
            <a:xfrm>
              <a:off x="-203960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801EB68-656C-4E42-80EA-EE5889504DB8}"/>
                </a:ext>
              </a:extLst>
            </p:cNvPr>
            <p:cNvSpPr/>
            <p:nvPr/>
          </p:nvSpPr>
          <p:spPr>
            <a:xfrm>
              <a:off x="-194511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1D09F37-A31D-4025-8AA2-356BFF977C6C}"/>
                </a:ext>
              </a:extLst>
            </p:cNvPr>
            <p:cNvSpPr/>
            <p:nvPr/>
          </p:nvSpPr>
          <p:spPr>
            <a:xfrm>
              <a:off x="-1850629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B6EE6CE-279A-41D3-9311-5F0457EABDBD}"/>
                </a:ext>
              </a:extLst>
            </p:cNvPr>
            <p:cNvSpPr/>
            <p:nvPr/>
          </p:nvSpPr>
          <p:spPr>
            <a:xfrm>
              <a:off x="-222858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24C48A-513B-47AC-B3EB-61910D0F5859}"/>
                </a:ext>
              </a:extLst>
            </p:cNvPr>
            <p:cNvSpPr/>
            <p:nvPr/>
          </p:nvSpPr>
          <p:spPr>
            <a:xfrm>
              <a:off x="-213409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E0E26FC-0CDA-48E1-9AA9-70618C50B279}"/>
                </a:ext>
              </a:extLst>
            </p:cNvPr>
            <p:cNvSpPr/>
            <p:nvPr/>
          </p:nvSpPr>
          <p:spPr>
            <a:xfrm>
              <a:off x="-203960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9A2DF8D-EE75-4635-AF44-E00624B7B4F4}"/>
                </a:ext>
              </a:extLst>
            </p:cNvPr>
            <p:cNvSpPr/>
            <p:nvPr/>
          </p:nvSpPr>
          <p:spPr>
            <a:xfrm>
              <a:off x="-194511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1F8B828-774C-4270-8D2D-EF7FEA102A71}"/>
                </a:ext>
              </a:extLst>
            </p:cNvPr>
            <p:cNvSpPr/>
            <p:nvPr/>
          </p:nvSpPr>
          <p:spPr>
            <a:xfrm>
              <a:off x="-1850629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580407B-6C29-4DE4-81F8-215EF8ECE2E8}"/>
              </a:ext>
            </a:extLst>
          </p:cNvPr>
          <p:cNvGrpSpPr/>
          <p:nvPr/>
        </p:nvGrpSpPr>
        <p:grpSpPr>
          <a:xfrm>
            <a:off x="-2169309" y="3949366"/>
            <a:ext cx="421159" cy="103173"/>
            <a:chOff x="-2228588" y="3369027"/>
            <a:chExt cx="421159" cy="103173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1D7DDCC-E118-4AE2-A0B1-5F8E355D628D}"/>
                </a:ext>
              </a:extLst>
            </p:cNvPr>
            <p:cNvSpPr/>
            <p:nvPr/>
          </p:nvSpPr>
          <p:spPr>
            <a:xfrm>
              <a:off x="-222858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CF0F615-EE7E-439A-977F-82110CDB66AC}"/>
                </a:ext>
              </a:extLst>
            </p:cNvPr>
            <p:cNvSpPr/>
            <p:nvPr/>
          </p:nvSpPr>
          <p:spPr>
            <a:xfrm>
              <a:off x="-213409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E86893B-DEBF-4F54-9016-495A95B721E3}"/>
                </a:ext>
              </a:extLst>
            </p:cNvPr>
            <p:cNvSpPr/>
            <p:nvPr/>
          </p:nvSpPr>
          <p:spPr>
            <a:xfrm>
              <a:off x="-203960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65378C4-0D8D-47A5-8453-B958D57C4D64}"/>
                </a:ext>
              </a:extLst>
            </p:cNvPr>
            <p:cNvSpPr/>
            <p:nvPr/>
          </p:nvSpPr>
          <p:spPr>
            <a:xfrm>
              <a:off x="-194511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1F1A8D1-6B7B-4BF3-B84C-35CAD55A79A6}"/>
                </a:ext>
              </a:extLst>
            </p:cNvPr>
            <p:cNvSpPr/>
            <p:nvPr/>
          </p:nvSpPr>
          <p:spPr>
            <a:xfrm>
              <a:off x="-1850629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D349F30-C48E-49F7-A145-4187934C82D0}"/>
                </a:ext>
              </a:extLst>
            </p:cNvPr>
            <p:cNvSpPr/>
            <p:nvPr/>
          </p:nvSpPr>
          <p:spPr>
            <a:xfrm>
              <a:off x="-222858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FFCB4D78-BE4A-413D-B392-EE622658DEB7}"/>
                </a:ext>
              </a:extLst>
            </p:cNvPr>
            <p:cNvSpPr/>
            <p:nvPr/>
          </p:nvSpPr>
          <p:spPr>
            <a:xfrm>
              <a:off x="-213409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B8FB2AF-B68A-4E81-9A9E-7CD6D2351ECB}"/>
                </a:ext>
              </a:extLst>
            </p:cNvPr>
            <p:cNvSpPr/>
            <p:nvPr/>
          </p:nvSpPr>
          <p:spPr>
            <a:xfrm>
              <a:off x="-203960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B25FEE3-E411-463B-9211-52E44050C93A}"/>
                </a:ext>
              </a:extLst>
            </p:cNvPr>
            <p:cNvSpPr/>
            <p:nvPr/>
          </p:nvSpPr>
          <p:spPr>
            <a:xfrm>
              <a:off x="-194511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FE2146D-5B10-4222-BEED-4F69A6E11F63}"/>
                </a:ext>
              </a:extLst>
            </p:cNvPr>
            <p:cNvSpPr/>
            <p:nvPr/>
          </p:nvSpPr>
          <p:spPr>
            <a:xfrm>
              <a:off x="-1850629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56A70DA-8F0B-4DC5-A655-6E99E7BE65F5}"/>
                </a:ext>
              </a:extLst>
            </p:cNvPr>
            <p:cNvSpPr/>
            <p:nvPr/>
          </p:nvSpPr>
          <p:spPr>
            <a:xfrm>
              <a:off x="-2125545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830AAE3-BAEB-4BA1-A486-05D9396FDB38}"/>
                </a:ext>
              </a:extLst>
            </p:cNvPr>
            <p:cNvSpPr/>
            <p:nvPr/>
          </p:nvSpPr>
          <p:spPr>
            <a:xfrm>
              <a:off x="-2031055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16C0BC0-D162-4460-9C5D-7C12363D8A06}"/>
                </a:ext>
              </a:extLst>
            </p:cNvPr>
            <p:cNvSpPr/>
            <p:nvPr/>
          </p:nvSpPr>
          <p:spPr>
            <a:xfrm>
              <a:off x="-1936565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1BB3152-91C1-4ADD-A70C-3511B4CBC501}"/>
              </a:ext>
            </a:extLst>
          </p:cNvPr>
          <p:cNvSpPr/>
          <p:nvPr/>
        </p:nvSpPr>
        <p:spPr>
          <a:xfrm>
            <a:off x="7844589" y="256674"/>
            <a:ext cx="1010654" cy="994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FC80682-1449-41CA-AE82-EB186589A626}"/>
              </a:ext>
            </a:extLst>
          </p:cNvPr>
          <p:cNvSpPr/>
          <p:nvPr/>
        </p:nvSpPr>
        <p:spPr>
          <a:xfrm>
            <a:off x="219600" y="278336"/>
            <a:ext cx="613584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dirty="0"/>
              <a:t>IMPRESSION MANAGEMENT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6D0919-3F22-4FA9-BC29-ADB8BE6A27CE}"/>
              </a:ext>
            </a:extLst>
          </p:cNvPr>
          <p:cNvSpPr/>
          <p:nvPr/>
        </p:nvSpPr>
        <p:spPr>
          <a:xfrm>
            <a:off x="192003" y="1481233"/>
            <a:ext cx="8849154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000" dirty="0"/>
              <a:t>NON-VERBAL COMMUNICATION AND BODY LANGUAGE</a:t>
            </a:r>
            <a:endParaRPr lang="en-GB" sz="30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DB9F9F-C011-475F-9A6E-D8195A281602}"/>
              </a:ext>
            </a:extLst>
          </p:cNvPr>
          <p:cNvSpPr/>
          <p:nvPr/>
        </p:nvSpPr>
        <p:spPr>
          <a:xfrm>
            <a:off x="292287" y="2505670"/>
            <a:ext cx="1060740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900" dirty="0">
                <a:solidFill>
                  <a:srgbClr val="000000"/>
                </a:solidFill>
                <a:latin typeface="Calibri" panose="020F0502020204030204" pitchFamily="34" charset="0"/>
              </a:rPr>
              <a:t>KINESICS</a:t>
            </a:r>
          </a:p>
        </p:txBody>
      </p:sp>
    </p:spTree>
    <p:extLst>
      <p:ext uri="{BB962C8B-B14F-4D97-AF65-F5344CB8AC3E}">
        <p14:creationId xmlns:p14="http://schemas.microsoft.com/office/powerpoint/2010/main" val="2295481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840B70C-8AFE-4E27-90E1-E7D81B39C41D}"/>
              </a:ext>
            </a:extLst>
          </p:cNvPr>
          <p:cNvSpPr/>
          <p:nvPr/>
        </p:nvSpPr>
        <p:spPr>
          <a:xfrm>
            <a:off x="7876800" y="244800"/>
            <a:ext cx="1022400" cy="102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0B46CB-7D5A-4D24-9CB3-EE3CE6FC743D}"/>
              </a:ext>
            </a:extLst>
          </p:cNvPr>
          <p:cNvSpPr txBox="1"/>
          <p:nvPr/>
        </p:nvSpPr>
        <p:spPr>
          <a:xfrm>
            <a:off x="-2911581" y="1076507"/>
            <a:ext cx="304410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900" dirty="0"/>
              <a:t>HEADING</a:t>
            </a:r>
            <a:r>
              <a:rPr lang="en-GB" sz="3000" dirty="0"/>
              <a:t> </a:t>
            </a:r>
            <a:r>
              <a:rPr lang="en-GB" sz="4900" dirty="0"/>
              <a:t>1</a:t>
            </a:r>
            <a:r>
              <a:rPr lang="en-GB" dirty="0"/>
              <a:t> </a:t>
            </a:r>
            <a:endParaRPr lang="en-GB" sz="3000" dirty="0"/>
          </a:p>
          <a:p>
            <a:r>
              <a:rPr lang="en-GB" sz="3000" dirty="0">
                <a:solidFill>
                  <a:srgbClr val="000000"/>
                </a:solidFill>
                <a:latin typeface="Calibri" panose="020F0502020204030204" pitchFamily="34" charset="0"/>
              </a:rPr>
              <a:t>HEADING 2</a:t>
            </a:r>
          </a:p>
          <a:p>
            <a:r>
              <a:rPr lang="en-GB" sz="1900" dirty="0">
                <a:solidFill>
                  <a:srgbClr val="000000"/>
                </a:solidFill>
                <a:latin typeface="Calibri" panose="020F0502020204030204" pitchFamily="34" charset="0"/>
              </a:rPr>
              <a:t>HEADING 3</a:t>
            </a:r>
            <a:endParaRPr lang="en-GB" sz="19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521F3AD0-0BB0-4957-9823-1D7AC8F1B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800" y="244801"/>
            <a:ext cx="1047600" cy="1047600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B7FA8DFD-AC37-46A8-B1E8-788F824F9EFD}"/>
              </a:ext>
            </a:extLst>
          </p:cNvPr>
          <p:cNvSpPr/>
          <p:nvPr/>
        </p:nvSpPr>
        <p:spPr>
          <a:xfrm>
            <a:off x="93391" y="2135050"/>
            <a:ext cx="8831009" cy="2139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900" b="1" dirty="0"/>
              <a:t>Kinesics - what is it?    </a:t>
            </a:r>
          </a:p>
          <a:p>
            <a:endParaRPr lang="en-GB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Interpretation of body motion communication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Facial expressions and gestures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Nonverbal behaviour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Movement of any part of the body/body as a whole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Body language 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447297B-1B1B-4435-AA46-E3CF5CE5B9EB}"/>
              </a:ext>
            </a:extLst>
          </p:cNvPr>
          <p:cNvGrpSpPr/>
          <p:nvPr/>
        </p:nvGrpSpPr>
        <p:grpSpPr>
          <a:xfrm>
            <a:off x="-2169309" y="3631997"/>
            <a:ext cx="421159" cy="103173"/>
            <a:chOff x="-2228588" y="3369027"/>
            <a:chExt cx="421159" cy="103173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46AAB53-D2B2-481D-B0BC-8E954EB7332F}"/>
                </a:ext>
              </a:extLst>
            </p:cNvPr>
            <p:cNvSpPr/>
            <p:nvPr/>
          </p:nvSpPr>
          <p:spPr>
            <a:xfrm>
              <a:off x="-222858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CFC9F8D-C20C-495F-A369-F7E491C65C4F}"/>
                </a:ext>
              </a:extLst>
            </p:cNvPr>
            <p:cNvSpPr/>
            <p:nvPr/>
          </p:nvSpPr>
          <p:spPr>
            <a:xfrm>
              <a:off x="-213409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3DF7EEF4-B31E-4727-A4B2-FC35AF1725BA}"/>
                </a:ext>
              </a:extLst>
            </p:cNvPr>
            <p:cNvSpPr/>
            <p:nvPr/>
          </p:nvSpPr>
          <p:spPr>
            <a:xfrm>
              <a:off x="-203960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B750B9-431C-4378-8F3A-6C2986409AD5}"/>
                </a:ext>
              </a:extLst>
            </p:cNvPr>
            <p:cNvSpPr/>
            <p:nvPr/>
          </p:nvSpPr>
          <p:spPr>
            <a:xfrm>
              <a:off x="-194511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81EB9EA-08BF-4DB4-9876-AC0B3BC3BB54}"/>
                </a:ext>
              </a:extLst>
            </p:cNvPr>
            <p:cNvSpPr/>
            <p:nvPr/>
          </p:nvSpPr>
          <p:spPr>
            <a:xfrm>
              <a:off x="-1850629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8E04FE95-1EEA-4E83-897E-7EACC53BAA4A}"/>
                </a:ext>
              </a:extLst>
            </p:cNvPr>
            <p:cNvSpPr/>
            <p:nvPr/>
          </p:nvSpPr>
          <p:spPr>
            <a:xfrm>
              <a:off x="-222858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F5D45B2-5A02-4A99-A874-BDF16BBFA9BD}"/>
                </a:ext>
              </a:extLst>
            </p:cNvPr>
            <p:cNvSpPr/>
            <p:nvPr/>
          </p:nvSpPr>
          <p:spPr>
            <a:xfrm>
              <a:off x="-213409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33AB3E1-596E-4539-9F02-69645F9EA8CF}"/>
                </a:ext>
              </a:extLst>
            </p:cNvPr>
            <p:cNvSpPr/>
            <p:nvPr/>
          </p:nvSpPr>
          <p:spPr>
            <a:xfrm>
              <a:off x="-203960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A9A8FE2-40C7-4525-A0E3-77668D85FF3B}"/>
                </a:ext>
              </a:extLst>
            </p:cNvPr>
            <p:cNvSpPr/>
            <p:nvPr/>
          </p:nvSpPr>
          <p:spPr>
            <a:xfrm>
              <a:off x="-194511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75C9E3A-D552-4F1D-9166-7E27D6376212}"/>
                </a:ext>
              </a:extLst>
            </p:cNvPr>
            <p:cNvSpPr/>
            <p:nvPr/>
          </p:nvSpPr>
          <p:spPr>
            <a:xfrm>
              <a:off x="-1850629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B26A6C0-F11B-4FF8-8B75-EE46F64044DE}"/>
              </a:ext>
            </a:extLst>
          </p:cNvPr>
          <p:cNvGrpSpPr/>
          <p:nvPr/>
        </p:nvGrpSpPr>
        <p:grpSpPr>
          <a:xfrm>
            <a:off x="-2169309" y="3949366"/>
            <a:ext cx="421159" cy="103173"/>
            <a:chOff x="-2228588" y="3369027"/>
            <a:chExt cx="421159" cy="103173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6133B43E-30EA-4894-83F3-9002EBB5F3C4}"/>
                </a:ext>
              </a:extLst>
            </p:cNvPr>
            <p:cNvSpPr/>
            <p:nvPr/>
          </p:nvSpPr>
          <p:spPr>
            <a:xfrm>
              <a:off x="-222858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EDA98898-04DB-4ABF-8DE6-2AB17C0D6C09}"/>
                </a:ext>
              </a:extLst>
            </p:cNvPr>
            <p:cNvSpPr/>
            <p:nvPr/>
          </p:nvSpPr>
          <p:spPr>
            <a:xfrm>
              <a:off x="-213409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DEF9294-23B5-499E-BA45-219D14958F7F}"/>
                </a:ext>
              </a:extLst>
            </p:cNvPr>
            <p:cNvSpPr/>
            <p:nvPr/>
          </p:nvSpPr>
          <p:spPr>
            <a:xfrm>
              <a:off x="-203960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449D10-A1A0-4A05-87D4-0517C739230A}"/>
                </a:ext>
              </a:extLst>
            </p:cNvPr>
            <p:cNvSpPr/>
            <p:nvPr/>
          </p:nvSpPr>
          <p:spPr>
            <a:xfrm>
              <a:off x="-194511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0730E1E-51A0-40D6-A7F0-DA5738FA24B9}"/>
                </a:ext>
              </a:extLst>
            </p:cNvPr>
            <p:cNvSpPr/>
            <p:nvPr/>
          </p:nvSpPr>
          <p:spPr>
            <a:xfrm>
              <a:off x="-1850629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D96403BB-EF53-46E1-A8E9-4799EBBED71B}"/>
                </a:ext>
              </a:extLst>
            </p:cNvPr>
            <p:cNvSpPr/>
            <p:nvPr/>
          </p:nvSpPr>
          <p:spPr>
            <a:xfrm>
              <a:off x="-222858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E5854F5D-C88A-4BEC-98B1-E433E822EDB7}"/>
                </a:ext>
              </a:extLst>
            </p:cNvPr>
            <p:cNvSpPr/>
            <p:nvPr/>
          </p:nvSpPr>
          <p:spPr>
            <a:xfrm>
              <a:off x="-213409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20310AF4-8387-41F5-AB3E-80A649DAD61A}"/>
                </a:ext>
              </a:extLst>
            </p:cNvPr>
            <p:cNvSpPr/>
            <p:nvPr/>
          </p:nvSpPr>
          <p:spPr>
            <a:xfrm>
              <a:off x="-203960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0EECD1B7-55A4-4346-B421-088F7E395AF5}"/>
                </a:ext>
              </a:extLst>
            </p:cNvPr>
            <p:cNvSpPr/>
            <p:nvPr/>
          </p:nvSpPr>
          <p:spPr>
            <a:xfrm>
              <a:off x="-194511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5077B45-B70F-4AA3-9D94-F42560952C1F}"/>
                </a:ext>
              </a:extLst>
            </p:cNvPr>
            <p:cNvSpPr/>
            <p:nvPr/>
          </p:nvSpPr>
          <p:spPr>
            <a:xfrm>
              <a:off x="-1850629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B4515C1D-1F8B-4459-8458-CDBA106C27B6}"/>
                </a:ext>
              </a:extLst>
            </p:cNvPr>
            <p:cNvSpPr/>
            <p:nvPr/>
          </p:nvSpPr>
          <p:spPr>
            <a:xfrm>
              <a:off x="-2125545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DEE6AB35-DFD2-4C24-BEE1-ADE87CD285A9}"/>
                </a:ext>
              </a:extLst>
            </p:cNvPr>
            <p:cNvSpPr/>
            <p:nvPr/>
          </p:nvSpPr>
          <p:spPr>
            <a:xfrm>
              <a:off x="-2031055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49871C49-332F-415F-A6B9-33B30FFC7F5A}"/>
                </a:ext>
              </a:extLst>
            </p:cNvPr>
            <p:cNvSpPr/>
            <p:nvPr/>
          </p:nvSpPr>
          <p:spPr>
            <a:xfrm>
              <a:off x="-1936565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816999BE-3106-4091-B56C-A489DD0795E0}"/>
              </a:ext>
            </a:extLst>
          </p:cNvPr>
          <p:cNvSpPr/>
          <p:nvPr/>
        </p:nvSpPr>
        <p:spPr>
          <a:xfrm>
            <a:off x="192003" y="1481233"/>
            <a:ext cx="16650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>
                <a:solidFill>
                  <a:srgbClr val="000000"/>
                </a:solidFill>
                <a:latin typeface="Calibri" panose="020F0502020204030204" pitchFamily="34" charset="0"/>
              </a:rPr>
              <a:t>KINESICS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CF548F2-3143-47BC-BAE8-962FB0AFBE66}"/>
              </a:ext>
            </a:extLst>
          </p:cNvPr>
          <p:cNvSpPr/>
          <p:nvPr/>
        </p:nvSpPr>
        <p:spPr>
          <a:xfrm>
            <a:off x="219600" y="278336"/>
            <a:ext cx="613584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dirty="0"/>
              <a:t>IMPRESSION MANAGEMENT</a:t>
            </a:r>
          </a:p>
        </p:txBody>
      </p:sp>
    </p:spTree>
    <p:extLst>
      <p:ext uri="{BB962C8B-B14F-4D97-AF65-F5344CB8AC3E}">
        <p14:creationId xmlns:p14="http://schemas.microsoft.com/office/powerpoint/2010/main" val="1374050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F50999-F0FB-4F97-9232-90534CD9AEF2}"/>
              </a:ext>
            </a:extLst>
          </p:cNvPr>
          <p:cNvSpPr/>
          <p:nvPr/>
        </p:nvSpPr>
        <p:spPr>
          <a:xfrm>
            <a:off x="7876800" y="244800"/>
            <a:ext cx="1022400" cy="102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77926C-512C-4C4C-BC67-85A6448BC3ED}"/>
              </a:ext>
            </a:extLst>
          </p:cNvPr>
          <p:cNvSpPr txBox="1"/>
          <p:nvPr/>
        </p:nvSpPr>
        <p:spPr>
          <a:xfrm>
            <a:off x="-2911581" y="1076507"/>
            <a:ext cx="304410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900" dirty="0"/>
              <a:t>HEADING</a:t>
            </a:r>
            <a:r>
              <a:rPr lang="en-GB" sz="3000" dirty="0"/>
              <a:t> </a:t>
            </a:r>
            <a:r>
              <a:rPr lang="en-GB" sz="4900" dirty="0"/>
              <a:t>1</a:t>
            </a:r>
            <a:r>
              <a:rPr lang="en-GB" dirty="0"/>
              <a:t> </a:t>
            </a:r>
            <a:endParaRPr lang="en-GB" sz="3000" dirty="0"/>
          </a:p>
          <a:p>
            <a:r>
              <a:rPr lang="en-GB" sz="3000" dirty="0">
                <a:solidFill>
                  <a:srgbClr val="000000"/>
                </a:solidFill>
                <a:latin typeface="Calibri" panose="020F0502020204030204" pitchFamily="34" charset="0"/>
              </a:rPr>
              <a:t>HEADING 2</a:t>
            </a:r>
          </a:p>
          <a:p>
            <a:r>
              <a:rPr lang="en-GB" sz="1900" dirty="0">
                <a:solidFill>
                  <a:srgbClr val="000000"/>
                </a:solidFill>
                <a:latin typeface="Calibri" panose="020F0502020204030204" pitchFamily="34" charset="0"/>
              </a:rPr>
              <a:t>HEADING 3</a:t>
            </a:r>
            <a:endParaRPr lang="en-GB" sz="19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2B8CC0-D5A8-4706-83AB-A838BA7933F2}"/>
              </a:ext>
            </a:extLst>
          </p:cNvPr>
          <p:cNvSpPr/>
          <p:nvPr/>
        </p:nvSpPr>
        <p:spPr>
          <a:xfrm>
            <a:off x="244800" y="1062977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GB" sz="3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7397FE-21A4-4C22-A2F7-33D6550C6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800" y="244801"/>
            <a:ext cx="1047600" cy="10476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721AF90-7B3D-4F5B-9701-13096875E853}"/>
              </a:ext>
            </a:extLst>
          </p:cNvPr>
          <p:cNvSpPr/>
          <p:nvPr/>
        </p:nvSpPr>
        <p:spPr>
          <a:xfrm>
            <a:off x="192003" y="1481233"/>
            <a:ext cx="16650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>
                <a:solidFill>
                  <a:srgbClr val="000000"/>
                </a:solidFill>
                <a:latin typeface="Calibri" panose="020F0502020204030204" pitchFamily="34" charset="0"/>
              </a:rPr>
              <a:t>KINESICS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E45BBC-327C-425D-AE5F-4B4DB776D518}"/>
              </a:ext>
            </a:extLst>
          </p:cNvPr>
          <p:cNvSpPr/>
          <p:nvPr/>
        </p:nvSpPr>
        <p:spPr>
          <a:xfrm>
            <a:off x="93391" y="2135050"/>
            <a:ext cx="8831009" cy="50629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900" dirty="0"/>
              <a:t>  </a:t>
            </a:r>
          </a:p>
          <a:p>
            <a:r>
              <a:rPr lang="en-GB" sz="1900" dirty="0"/>
              <a:t> </a:t>
            </a:r>
          </a:p>
          <a:p>
            <a:r>
              <a:rPr lang="en-GB" sz="1900" dirty="0"/>
              <a:t> </a:t>
            </a:r>
          </a:p>
          <a:p>
            <a:endParaRPr lang="en-GB" sz="1900" dirty="0"/>
          </a:p>
          <a:p>
            <a:endParaRPr lang="en-GB" sz="1900" dirty="0"/>
          </a:p>
          <a:p>
            <a:endParaRPr lang="en-GB" sz="1900" dirty="0"/>
          </a:p>
          <a:p>
            <a:endParaRPr lang="en-GB" sz="1900" dirty="0"/>
          </a:p>
          <a:p>
            <a:endParaRPr lang="en-GB" sz="1900" dirty="0"/>
          </a:p>
          <a:p>
            <a:endParaRPr lang="en-GB" sz="1900" dirty="0"/>
          </a:p>
          <a:p>
            <a:endParaRPr lang="en-GB" sz="1900" dirty="0"/>
          </a:p>
          <a:p>
            <a:endParaRPr lang="en-GB" sz="1900" dirty="0"/>
          </a:p>
          <a:p>
            <a:endParaRPr lang="en-GB" sz="1900" dirty="0"/>
          </a:p>
          <a:p>
            <a:endParaRPr lang="en-GB" sz="1900" dirty="0"/>
          </a:p>
          <a:p>
            <a:endParaRPr lang="en-GB" sz="1900" dirty="0"/>
          </a:p>
          <a:p>
            <a:endParaRPr lang="en-GB" sz="1900" dirty="0"/>
          </a:p>
          <a:p>
            <a:endParaRPr lang="en-GB" sz="1900" dirty="0"/>
          </a:p>
          <a:p>
            <a:endParaRPr lang="en-GB" sz="19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35FD20-9E56-431A-9640-D8BA21CB16DA}"/>
              </a:ext>
            </a:extLst>
          </p:cNvPr>
          <p:cNvSpPr/>
          <p:nvPr/>
        </p:nvSpPr>
        <p:spPr>
          <a:xfrm>
            <a:off x="93391" y="2135050"/>
            <a:ext cx="8831009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900" b="1" dirty="0"/>
              <a:t>Types of kinesics</a:t>
            </a:r>
          </a:p>
          <a:p>
            <a:endParaRPr lang="en-GB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Emblems: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Nonverbal cues that have a verbal counterpart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Regulators: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Non-verbal signs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Regulate, modulate and maintain the flow of speech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Different cultures use different forms of regulators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Illustrators: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Consistently to illustrate what is being said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Reinforces what you are saying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Different from culture to culture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F29DA9-2227-4E94-809E-788F7CCAFDA8}"/>
              </a:ext>
            </a:extLst>
          </p:cNvPr>
          <p:cNvSpPr/>
          <p:nvPr/>
        </p:nvSpPr>
        <p:spPr>
          <a:xfrm>
            <a:off x="219600" y="278336"/>
            <a:ext cx="613584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dirty="0"/>
              <a:t>IMPRESSION MANAGEMENT</a:t>
            </a:r>
          </a:p>
        </p:txBody>
      </p:sp>
    </p:spTree>
    <p:extLst>
      <p:ext uri="{BB962C8B-B14F-4D97-AF65-F5344CB8AC3E}">
        <p14:creationId xmlns:p14="http://schemas.microsoft.com/office/powerpoint/2010/main" val="1396379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F50999-F0FB-4F97-9232-90534CD9AEF2}"/>
              </a:ext>
            </a:extLst>
          </p:cNvPr>
          <p:cNvSpPr/>
          <p:nvPr/>
        </p:nvSpPr>
        <p:spPr>
          <a:xfrm>
            <a:off x="7876800" y="244800"/>
            <a:ext cx="1022400" cy="102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77926C-512C-4C4C-BC67-85A6448BC3ED}"/>
              </a:ext>
            </a:extLst>
          </p:cNvPr>
          <p:cNvSpPr txBox="1"/>
          <p:nvPr/>
        </p:nvSpPr>
        <p:spPr>
          <a:xfrm>
            <a:off x="-2911581" y="1076507"/>
            <a:ext cx="304410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900" dirty="0"/>
              <a:t>HEADING</a:t>
            </a:r>
            <a:r>
              <a:rPr lang="en-GB" sz="3000" dirty="0"/>
              <a:t> </a:t>
            </a:r>
            <a:r>
              <a:rPr lang="en-GB" sz="4900" dirty="0"/>
              <a:t>1</a:t>
            </a:r>
            <a:r>
              <a:rPr lang="en-GB" dirty="0"/>
              <a:t> </a:t>
            </a:r>
            <a:endParaRPr lang="en-GB" sz="3000" dirty="0"/>
          </a:p>
          <a:p>
            <a:r>
              <a:rPr lang="en-GB" sz="3000" dirty="0">
                <a:solidFill>
                  <a:srgbClr val="000000"/>
                </a:solidFill>
                <a:latin typeface="Calibri" panose="020F0502020204030204" pitchFamily="34" charset="0"/>
              </a:rPr>
              <a:t>HEADING 2</a:t>
            </a:r>
          </a:p>
          <a:p>
            <a:r>
              <a:rPr lang="en-GB" sz="1900" dirty="0">
                <a:solidFill>
                  <a:srgbClr val="000000"/>
                </a:solidFill>
                <a:latin typeface="Calibri" panose="020F0502020204030204" pitchFamily="34" charset="0"/>
              </a:rPr>
              <a:t>HEADING 3</a:t>
            </a:r>
            <a:endParaRPr lang="en-GB" sz="19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2B8CC0-D5A8-4706-83AB-A838BA7933F2}"/>
              </a:ext>
            </a:extLst>
          </p:cNvPr>
          <p:cNvSpPr/>
          <p:nvPr/>
        </p:nvSpPr>
        <p:spPr>
          <a:xfrm>
            <a:off x="244800" y="1062977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GB" sz="3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7397FE-21A4-4C22-A2F7-33D6550C6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800" y="244801"/>
            <a:ext cx="1047600" cy="10476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9203FEF-033B-4665-8654-2BD6E04075C6}"/>
              </a:ext>
            </a:extLst>
          </p:cNvPr>
          <p:cNvSpPr/>
          <p:nvPr/>
        </p:nvSpPr>
        <p:spPr>
          <a:xfrm>
            <a:off x="192003" y="1481233"/>
            <a:ext cx="16650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>
                <a:solidFill>
                  <a:srgbClr val="000000"/>
                </a:solidFill>
                <a:latin typeface="Calibri" panose="020F0502020204030204" pitchFamily="34" charset="0"/>
              </a:rPr>
              <a:t>KINESICS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EC54A5-5F1B-4F0A-8691-626584429E6A}"/>
              </a:ext>
            </a:extLst>
          </p:cNvPr>
          <p:cNvSpPr/>
          <p:nvPr/>
        </p:nvSpPr>
        <p:spPr>
          <a:xfrm>
            <a:off x="219600" y="278336"/>
            <a:ext cx="613584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dirty="0"/>
              <a:t>IMPRESSION MANAGEMENT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126C72-823F-4FEB-A085-11DC3F34E602}"/>
              </a:ext>
            </a:extLst>
          </p:cNvPr>
          <p:cNvSpPr/>
          <p:nvPr/>
        </p:nvSpPr>
        <p:spPr>
          <a:xfrm>
            <a:off x="93391" y="2135050"/>
            <a:ext cx="8831009" cy="330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900" b="1" dirty="0"/>
              <a:t>Types of kinesics</a:t>
            </a:r>
          </a:p>
          <a:p>
            <a:endParaRPr lang="en-GB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Affective Display: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Body or facial movements - Display affective state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Different cultures practice - Display emotions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Two people may feel angry - Display of anger is different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Lack of display may not indicate the lack of emotions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Adaptors: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Postural changes - Low level of awareness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A slumped posture - Low spirits, fatigued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Erect posture - High spirits and confidence</a:t>
            </a:r>
          </a:p>
        </p:txBody>
      </p:sp>
    </p:spTree>
    <p:extLst>
      <p:ext uri="{BB962C8B-B14F-4D97-AF65-F5344CB8AC3E}">
        <p14:creationId xmlns:p14="http://schemas.microsoft.com/office/powerpoint/2010/main" val="1657263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F50999-F0FB-4F97-9232-90534CD9AEF2}"/>
              </a:ext>
            </a:extLst>
          </p:cNvPr>
          <p:cNvSpPr/>
          <p:nvPr/>
        </p:nvSpPr>
        <p:spPr>
          <a:xfrm>
            <a:off x="7876800" y="244800"/>
            <a:ext cx="1022400" cy="102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77926C-512C-4C4C-BC67-85A6448BC3ED}"/>
              </a:ext>
            </a:extLst>
          </p:cNvPr>
          <p:cNvSpPr txBox="1"/>
          <p:nvPr/>
        </p:nvSpPr>
        <p:spPr>
          <a:xfrm>
            <a:off x="-2911581" y="1076507"/>
            <a:ext cx="304410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900" dirty="0"/>
              <a:t>HEADING</a:t>
            </a:r>
            <a:r>
              <a:rPr lang="en-GB" sz="3000" dirty="0"/>
              <a:t> </a:t>
            </a:r>
            <a:r>
              <a:rPr lang="en-GB" sz="4900" dirty="0"/>
              <a:t>1</a:t>
            </a:r>
            <a:r>
              <a:rPr lang="en-GB" dirty="0"/>
              <a:t> </a:t>
            </a:r>
            <a:endParaRPr lang="en-GB" sz="3000" dirty="0"/>
          </a:p>
          <a:p>
            <a:r>
              <a:rPr lang="en-GB" sz="3000" dirty="0">
                <a:solidFill>
                  <a:srgbClr val="000000"/>
                </a:solidFill>
                <a:latin typeface="Calibri" panose="020F0502020204030204" pitchFamily="34" charset="0"/>
              </a:rPr>
              <a:t>HEADING 2</a:t>
            </a:r>
          </a:p>
          <a:p>
            <a:r>
              <a:rPr lang="en-GB" sz="1900" dirty="0">
                <a:solidFill>
                  <a:srgbClr val="000000"/>
                </a:solidFill>
                <a:latin typeface="Calibri" panose="020F0502020204030204" pitchFamily="34" charset="0"/>
              </a:rPr>
              <a:t>HEADING 3</a:t>
            </a:r>
            <a:endParaRPr lang="en-GB" sz="19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2B8CC0-D5A8-4706-83AB-A838BA7933F2}"/>
              </a:ext>
            </a:extLst>
          </p:cNvPr>
          <p:cNvSpPr/>
          <p:nvPr/>
        </p:nvSpPr>
        <p:spPr>
          <a:xfrm>
            <a:off x="244800" y="1062977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GB" sz="3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7397FE-21A4-4C22-A2F7-33D6550C6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800" y="244801"/>
            <a:ext cx="1047600" cy="10476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D9366E5-C982-426F-8DC9-CD3851FF8394}"/>
              </a:ext>
            </a:extLst>
          </p:cNvPr>
          <p:cNvSpPr/>
          <p:nvPr/>
        </p:nvSpPr>
        <p:spPr>
          <a:xfrm>
            <a:off x="192003" y="1481233"/>
            <a:ext cx="16650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>
                <a:solidFill>
                  <a:srgbClr val="000000"/>
                </a:solidFill>
                <a:latin typeface="Calibri" panose="020F0502020204030204" pitchFamily="34" charset="0"/>
              </a:rPr>
              <a:t>KINESICS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B5A932-8F64-4246-B1F1-1DAAD2DA0EEA}"/>
              </a:ext>
            </a:extLst>
          </p:cNvPr>
          <p:cNvSpPr/>
          <p:nvPr/>
        </p:nvSpPr>
        <p:spPr>
          <a:xfrm>
            <a:off x="93391" y="2135050"/>
            <a:ext cx="8831009" cy="272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900" b="1" dirty="0"/>
              <a:t>Importance of positive body language </a:t>
            </a:r>
          </a:p>
          <a:p>
            <a:endParaRPr lang="en-GB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Sitting, legs crossed, and arms resting on the legs – Confidence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Critical evaluation –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Index finger – Covers mouth and thumb supports chin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Positive Body Language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Assertive Behaviour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Non-verbal Communication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Public Speaking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FDAA04-628F-4C34-B040-D69ED026DB02}"/>
              </a:ext>
            </a:extLst>
          </p:cNvPr>
          <p:cNvSpPr/>
          <p:nvPr/>
        </p:nvSpPr>
        <p:spPr>
          <a:xfrm>
            <a:off x="219600" y="278336"/>
            <a:ext cx="613584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dirty="0"/>
              <a:t>IMPRESSION MANAGEMENT</a:t>
            </a:r>
          </a:p>
        </p:txBody>
      </p:sp>
    </p:spTree>
    <p:extLst>
      <p:ext uri="{BB962C8B-B14F-4D97-AF65-F5344CB8AC3E}">
        <p14:creationId xmlns:p14="http://schemas.microsoft.com/office/powerpoint/2010/main" val="3247896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DF545E-0193-4F30-94C6-82A5C1D978E6}"/>
              </a:ext>
            </a:extLst>
          </p:cNvPr>
          <p:cNvSpPr/>
          <p:nvPr/>
        </p:nvSpPr>
        <p:spPr>
          <a:xfrm>
            <a:off x="7876800" y="244800"/>
            <a:ext cx="1022400" cy="102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4A0F7F-DA85-4DA9-A1D1-7622E54EE091}"/>
              </a:ext>
            </a:extLst>
          </p:cNvPr>
          <p:cNvSpPr txBox="1"/>
          <p:nvPr/>
        </p:nvSpPr>
        <p:spPr>
          <a:xfrm>
            <a:off x="-2911581" y="1076507"/>
            <a:ext cx="304410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900" dirty="0"/>
              <a:t>HEADING</a:t>
            </a:r>
            <a:r>
              <a:rPr lang="en-GB" sz="3000" dirty="0"/>
              <a:t> </a:t>
            </a:r>
            <a:r>
              <a:rPr lang="en-GB" sz="4900" dirty="0"/>
              <a:t>1</a:t>
            </a:r>
            <a:r>
              <a:rPr lang="en-GB" dirty="0"/>
              <a:t> </a:t>
            </a:r>
            <a:endParaRPr lang="en-GB" sz="3000" dirty="0"/>
          </a:p>
          <a:p>
            <a:r>
              <a:rPr lang="en-GB" sz="3000" dirty="0">
                <a:solidFill>
                  <a:srgbClr val="000000"/>
                </a:solidFill>
                <a:latin typeface="Calibri" panose="020F0502020204030204" pitchFamily="34" charset="0"/>
              </a:rPr>
              <a:t>HEADING 2</a:t>
            </a:r>
          </a:p>
          <a:p>
            <a:r>
              <a:rPr lang="en-GB" sz="1900" dirty="0">
                <a:solidFill>
                  <a:srgbClr val="000000"/>
                </a:solidFill>
                <a:latin typeface="Calibri" panose="020F0502020204030204" pitchFamily="34" charset="0"/>
              </a:rPr>
              <a:t>HEADING 3</a:t>
            </a:r>
            <a:endParaRPr lang="en-GB" sz="19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14D4DC-8546-4137-8329-BFCB9EAFBB63}"/>
              </a:ext>
            </a:extLst>
          </p:cNvPr>
          <p:cNvSpPr/>
          <p:nvPr/>
        </p:nvSpPr>
        <p:spPr>
          <a:xfrm>
            <a:off x="244800" y="1062977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GB" sz="3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D96403-B1AE-473C-9664-E0E552819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800" y="244801"/>
            <a:ext cx="1047600" cy="10476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7829F4A-6B76-40DF-B98B-A2879D5B17AD}"/>
              </a:ext>
            </a:extLst>
          </p:cNvPr>
          <p:cNvSpPr/>
          <p:nvPr/>
        </p:nvSpPr>
        <p:spPr>
          <a:xfrm>
            <a:off x="156495" y="1889821"/>
            <a:ext cx="8831009" cy="272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900" b="1" dirty="0"/>
              <a:t>Forms of negative body language    </a:t>
            </a:r>
          </a:p>
          <a:p>
            <a:endParaRPr lang="en-GB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Avoidance of eye contact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Nervousness, lack of confidence, low self-esteem or dishonesty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Staring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Intenseness and eagerness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Crossed arms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Separateness, discomfort, or defensiveness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19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FA3C30-881B-47BA-AC93-167C1F7C64CA}"/>
              </a:ext>
            </a:extLst>
          </p:cNvPr>
          <p:cNvSpPr/>
          <p:nvPr/>
        </p:nvSpPr>
        <p:spPr>
          <a:xfrm>
            <a:off x="244800" y="1186088"/>
            <a:ext cx="16650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>
                <a:solidFill>
                  <a:srgbClr val="000000"/>
                </a:solidFill>
                <a:latin typeface="Calibri" panose="020F0502020204030204" pitchFamily="34" charset="0"/>
              </a:rPr>
              <a:t>KINESICS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4A5C2F-37E8-48A2-9080-7682ADB92392}"/>
              </a:ext>
            </a:extLst>
          </p:cNvPr>
          <p:cNvSpPr/>
          <p:nvPr/>
        </p:nvSpPr>
        <p:spPr>
          <a:xfrm>
            <a:off x="219600" y="278336"/>
            <a:ext cx="613584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dirty="0"/>
              <a:t>IMPRESSION MANAGEMENT</a:t>
            </a:r>
          </a:p>
        </p:txBody>
      </p:sp>
    </p:spTree>
    <p:extLst>
      <p:ext uri="{BB962C8B-B14F-4D97-AF65-F5344CB8AC3E}">
        <p14:creationId xmlns:p14="http://schemas.microsoft.com/office/powerpoint/2010/main" val="1759959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DF545E-0193-4F30-94C6-82A5C1D978E6}"/>
              </a:ext>
            </a:extLst>
          </p:cNvPr>
          <p:cNvSpPr/>
          <p:nvPr/>
        </p:nvSpPr>
        <p:spPr>
          <a:xfrm>
            <a:off x="7876800" y="244800"/>
            <a:ext cx="1022400" cy="102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4A0F7F-DA85-4DA9-A1D1-7622E54EE091}"/>
              </a:ext>
            </a:extLst>
          </p:cNvPr>
          <p:cNvSpPr txBox="1"/>
          <p:nvPr/>
        </p:nvSpPr>
        <p:spPr>
          <a:xfrm>
            <a:off x="-2911581" y="1076507"/>
            <a:ext cx="304410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900" dirty="0"/>
              <a:t>HEADING</a:t>
            </a:r>
            <a:r>
              <a:rPr lang="en-GB" sz="3000" dirty="0"/>
              <a:t> </a:t>
            </a:r>
            <a:r>
              <a:rPr lang="en-GB" sz="4900" dirty="0"/>
              <a:t>1</a:t>
            </a:r>
            <a:r>
              <a:rPr lang="en-GB" dirty="0"/>
              <a:t> </a:t>
            </a:r>
            <a:endParaRPr lang="en-GB" sz="3000" dirty="0"/>
          </a:p>
          <a:p>
            <a:r>
              <a:rPr lang="en-GB" sz="3000" dirty="0">
                <a:solidFill>
                  <a:srgbClr val="000000"/>
                </a:solidFill>
                <a:latin typeface="Calibri" panose="020F0502020204030204" pitchFamily="34" charset="0"/>
              </a:rPr>
              <a:t>HEADING 2</a:t>
            </a:r>
          </a:p>
          <a:p>
            <a:r>
              <a:rPr lang="en-GB" sz="1900" dirty="0">
                <a:solidFill>
                  <a:srgbClr val="000000"/>
                </a:solidFill>
                <a:latin typeface="Calibri" panose="020F0502020204030204" pitchFamily="34" charset="0"/>
              </a:rPr>
              <a:t>HEADING 3</a:t>
            </a:r>
            <a:endParaRPr lang="en-GB" sz="19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14D4DC-8546-4137-8329-BFCB9EAFBB63}"/>
              </a:ext>
            </a:extLst>
          </p:cNvPr>
          <p:cNvSpPr/>
          <p:nvPr/>
        </p:nvSpPr>
        <p:spPr>
          <a:xfrm>
            <a:off x="244800" y="1062977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GB" sz="3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D96403-B1AE-473C-9664-E0E552819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800" y="244801"/>
            <a:ext cx="1047600" cy="10476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8ACDF3F-A1D2-4647-9C2E-81718991A2E7}"/>
              </a:ext>
            </a:extLst>
          </p:cNvPr>
          <p:cNvSpPr/>
          <p:nvPr/>
        </p:nvSpPr>
        <p:spPr>
          <a:xfrm>
            <a:off x="244800" y="1180483"/>
            <a:ext cx="16650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>
                <a:solidFill>
                  <a:srgbClr val="000000"/>
                </a:solidFill>
                <a:latin typeface="Calibri" panose="020F0502020204030204" pitchFamily="34" charset="0"/>
              </a:rPr>
              <a:t>KINESICS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68FA92-2D31-4DF4-9465-D90CEEC2C0C5}"/>
              </a:ext>
            </a:extLst>
          </p:cNvPr>
          <p:cNvSpPr/>
          <p:nvPr/>
        </p:nvSpPr>
        <p:spPr>
          <a:xfrm>
            <a:off x="219600" y="278336"/>
            <a:ext cx="613584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dirty="0"/>
              <a:t>IMPRESSION MANAGEMENT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1E08FE-C7ED-4A47-9D46-4BAC99C97495}"/>
              </a:ext>
            </a:extLst>
          </p:cNvPr>
          <p:cNvSpPr/>
          <p:nvPr/>
        </p:nvSpPr>
        <p:spPr>
          <a:xfrm>
            <a:off x="156495" y="1889821"/>
            <a:ext cx="8831009" cy="330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900" b="1" dirty="0"/>
              <a:t>Forms of negative body language    </a:t>
            </a:r>
          </a:p>
          <a:p>
            <a:endParaRPr lang="en-GB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Overuse of hands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Nervousness, excitement, or mania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Looking at watch, clock or phone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Boredom, anxiousness, impatience, or future-minded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Poor posture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Someone is not assertive or self-assured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Frowning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Sadness, sympathy, discontent, or anger </a:t>
            </a:r>
          </a:p>
          <a:p>
            <a:r>
              <a:rPr lang="en-GB" sz="19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71782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C5871A3-6576-43E2-A3C1-5ACE0C4C5B61}"/>
              </a:ext>
            </a:extLst>
          </p:cNvPr>
          <p:cNvSpPr/>
          <p:nvPr/>
        </p:nvSpPr>
        <p:spPr>
          <a:xfrm>
            <a:off x="7876800" y="244800"/>
            <a:ext cx="1022400" cy="102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C4C69A-D823-47B2-8868-9BD3612058A6}"/>
              </a:ext>
            </a:extLst>
          </p:cNvPr>
          <p:cNvSpPr txBox="1"/>
          <p:nvPr/>
        </p:nvSpPr>
        <p:spPr>
          <a:xfrm>
            <a:off x="-2911581" y="1076507"/>
            <a:ext cx="304410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900" dirty="0"/>
              <a:t>HEADING</a:t>
            </a:r>
            <a:r>
              <a:rPr lang="en-GB" sz="3000" dirty="0"/>
              <a:t> </a:t>
            </a:r>
            <a:r>
              <a:rPr lang="en-GB" sz="4900" dirty="0"/>
              <a:t>1</a:t>
            </a:r>
            <a:r>
              <a:rPr lang="en-GB" dirty="0"/>
              <a:t> </a:t>
            </a:r>
            <a:endParaRPr lang="en-GB" sz="3000" dirty="0"/>
          </a:p>
          <a:p>
            <a:r>
              <a:rPr lang="en-GB" sz="3000" dirty="0">
                <a:solidFill>
                  <a:srgbClr val="000000"/>
                </a:solidFill>
                <a:latin typeface="Calibri" panose="020F0502020204030204" pitchFamily="34" charset="0"/>
              </a:rPr>
              <a:t>HEADING 2</a:t>
            </a:r>
          </a:p>
          <a:p>
            <a:r>
              <a:rPr lang="en-GB" sz="1900" dirty="0">
                <a:solidFill>
                  <a:srgbClr val="000000"/>
                </a:solidFill>
                <a:latin typeface="Calibri" panose="020F0502020204030204" pitchFamily="34" charset="0"/>
              </a:rPr>
              <a:t>HEADING 3</a:t>
            </a:r>
            <a:endParaRPr lang="en-GB" sz="19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B9BC29-565D-4772-92E5-F75736BA25E0}"/>
              </a:ext>
            </a:extLst>
          </p:cNvPr>
          <p:cNvSpPr/>
          <p:nvPr/>
        </p:nvSpPr>
        <p:spPr>
          <a:xfrm>
            <a:off x="244800" y="1062977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GB" sz="3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79DA03-D671-4A43-9A1C-BCE059E61B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800" y="244801"/>
            <a:ext cx="1047600" cy="10476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0CD2B35-B51C-467B-88A9-76821A8A8F1B}"/>
              </a:ext>
            </a:extLst>
          </p:cNvPr>
          <p:cNvSpPr/>
          <p:nvPr/>
        </p:nvSpPr>
        <p:spPr>
          <a:xfrm>
            <a:off x="156495" y="1647752"/>
            <a:ext cx="8831009" cy="272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900" b="1" dirty="0"/>
              <a:t>Summary</a:t>
            </a:r>
            <a:r>
              <a:rPr lang="en-GB" sz="1900" dirty="0"/>
              <a:t>:</a:t>
            </a:r>
          </a:p>
          <a:p>
            <a:endParaRPr lang="en-GB" sz="1900" dirty="0"/>
          </a:p>
          <a:p>
            <a:r>
              <a:rPr lang="en-GB" sz="1900" dirty="0"/>
              <a:t>Positive body language: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/>
              <a:t>Helps </a:t>
            </a:r>
            <a:r>
              <a:rPr lang="en-GB" sz="1900" dirty="0"/>
              <a:t>people to be liked by other people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In an organization or community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Must for people across disciplines and ethnicities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Plays a pivotal role in 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Shaping our discussions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Relationships with other people in our daily life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9250E0-5CD7-48C8-8DF4-9C53AFB4BA0A}"/>
              </a:ext>
            </a:extLst>
          </p:cNvPr>
          <p:cNvSpPr/>
          <p:nvPr/>
        </p:nvSpPr>
        <p:spPr>
          <a:xfrm>
            <a:off x="219600" y="278336"/>
            <a:ext cx="613584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dirty="0"/>
              <a:t>IMPRESSION MANAGEMENT</a:t>
            </a:r>
          </a:p>
        </p:txBody>
      </p:sp>
    </p:spTree>
    <p:extLst>
      <p:ext uri="{BB962C8B-B14F-4D97-AF65-F5344CB8AC3E}">
        <p14:creationId xmlns:p14="http://schemas.microsoft.com/office/powerpoint/2010/main" val="1410659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2383</TotalTime>
  <Words>395</Words>
  <Application>Microsoft Office PowerPoint</Application>
  <PresentationFormat>On-screen Show (4:3)</PresentationFormat>
  <Paragraphs>128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SECTION-TOPIC-SUB-TOPIC</dc:title>
  <dc:creator>sanna</dc:creator>
  <cp:lastModifiedBy>sanna</cp:lastModifiedBy>
  <cp:revision>327</cp:revision>
  <dcterms:created xsi:type="dcterms:W3CDTF">2018-05-21T05:25:11Z</dcterms:created>
  <dcterms:modified xsi:type="dcterms:W3CDTF">2018-06-07T11:30:43Z</dcterms:modified>
</cp:coreProperties>
</file>