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Robo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72">
          <p15:clr>
            <a:srgbClr val="000000"/>
          </p15:clr>
        </p15:guide>
        <p15:guide id="2" orient="horz" pos="828">
          <p15:clr>
            <a:srgbClr val="000000"/>
          </p15:clr>
        </p15:guide>
        <p15:guide id="3" orient="horz" pos="1140">
          <p15:clr>
            <a:srgbClr val="000000"/>
          </p15:clr>
        </p15:guide>
        <p15:guide id="4" orient="horz" pos="2451">
          <p15:clr>
            <a:srgbClr val="000000"/>
          </p15:clr>
        </p15:guide>
        <p15:guide id="5" orient="horz" pos="2196">
          <p15:clr>
            <a:srgbClr val="000000"/>
          </p15:clr>
        </p15:guide>
        <p15:guide id="6" pos="2208">
          <p15:clr>
            <a:srgbClr val="000000"/>
          </p15:clr>
        </p15:guide>
        <p15:guide id="7" pos="216">
          <p15:clr>
            <a:srgbClr val="000000"/>
          </p15:clr>
        </p15:guide>
        <p15:guide id="8" pos="5553">
          <p15:clr>
            <a:srgbClr val="000000"/>
          </p15:clr>
        </p15:guide>
        <p15:guide id="9" pos="888">
          <p15:clr>
            <a:srgbClr val="000000"/>
          </p15:clr>
        </p15:guide>
        <p15:guide id="10" pos="2856">
          <p15:clr>
            <a:srgbClr val="000000"/>
          </p15:clr>
        </p15:guide>
        <p15:guide id="11" pos="4909">
          <p15:clr>
            <a:srgbClr val="000000"/>
          </p15:clr>
        </p15:guide>
      </p15:sldGuideLst>
    </p:ext>
    <p:ext uri="http://customooxmlschemas.google.com/">
      <go:slidesCustomData xmlns:go="http://customooxmlschemas.google.com/" r:id="rId44" roundtripDataSignature="AMtx7miyyS/mBbTGD3a6LzjSemEu3xYX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72" orient="horz"/>
        <p:guide pos="828" orient="horz"/>
        <p:guide pos="1140" orient="horz"/>
        <p:guide pos="2451" orient="horz"/>
        <p:guide pos="2196" orient="horz"/>
        <p:guide pos="2208"/>
        <p:guide pos="216"/>
        <p:guide pos="5553"/>
        <p:guide pos="888"/>
        <p:guide pos="2856"/>
        <p:guide pos="490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5.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Robot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 name="Google Shape;4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 name="Shape 10"/>
        <p:cNvGrpSpPr/>
        <p:nvPr/>
      </p:nvGrpSpPr>
      <p:grpSpPr>
        <a:xfrm>
          <a:off x="0" y="0"/>
          <a:ext cx="0" cy="0"/>
          <a:chOff x="0" y="0"/>
          <a:chExt cx="0" cy="0"/>
        </a:xfrm>
      </p:grpSpPr>
      <p:sp>
        <p:nvSpPr>
          <p:cNvPr id="11" name="Google Shape;11;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3" name="Google Shape;13;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0" name="Shape 20"/>
        <p:cNvGrpSpPr/>
        <p:nvPr/>
      </p:nvGrpSpPr>
      <p:grpSpPr>
        <a:xfrm>
          <a:off x="0" y="0"/>
          <a:ext cx="0" cy="0"/>
          <a:chOff x="0" y="0"/>
          <a:chExt cx="0" cy="0"/>
        </a:xfrm>
      </p:grpSpPr>
      <p:sp>
        <p:nvSpPr>
          <p:cNvPr id="21" name="Google Shape;21;p4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2" name="Google Shape;2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3" name="Shape 23"/>
        <p:cNvGrpSpPr/>
        <p:nvPr/>
      </p:nvGrpSpPr>
      <p:grpSpPr>
        <a:xfrm>
          <a:off x="0" y="0"/>
          <a:ext cx="0" cy="0"/>
          <a:chOff x="0" y="0"/>
          <a:chExt cx="0" cy="0"/>
        </a:xfrm>
      </p:grpSpPr>
      <p:sp>
        <p:nvSpPr>
          <p:cNvPr id="24" name="Google Shape;24;p4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4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6" name="Google Shape;26;p4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7" name="Google Shape;27;p4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8" name="Google Shape;2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 name="Shape 29"/>
        <p:cNvGrpSpPr/>
        <p:nvPr/>
      </p:nvGrpSpPr>
      <p:grpSpPr>
        <a:xfrm>
          <a:off x="0" y="0"/>
          <a:ext cx="0" cy="0"/>
          <a:chOff x="0" y="0"/>
          <a:chExt cx="0" cy="0"/>
        </a:xfrm>
      </p:grpSpPr>
      <p:sp>
        <p:nvSpPr>
          <p:cNvPr id="30" name="Google Shape;30;p4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31" name="Google Shape;31;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2" name="Shape 32"/>
        <p:cNvGrpSpPr/>
        <p:nvPr/>
      </p:nvGrpSpPr>
      <p:grpSpPr>
        <a:xfrm>
          <a:off x="0" y="0"/>
          <a:ext cx="0" cy="0"/>
          <a:chOff x="0" y="0"/>
          <a:chExt cx="0" cy="0"/>
        </a:xfrm>
      </p:grpSpPr>
      <p:sp>
        <p:nvSpPr>
          <p:cNvPr id="33" name="Google Shape;33;p4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4" name="Google Shape;34;p4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5" name="Google Shape;35;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6" name="Shape 36"/>
        <p:cNvGrpSpPr/>
        <p:nvPr/>
      </p:nvGrpSpPr>
      <p:grpSpPr>
        <a:xfrm>
          <a:off x="0" y="0"/>
          <a:ext cx="0" cy="0"/>
          <a:chOff x="0" y="0"/>
          <a:chExt cx="0" cy="0"/>
        </a:xfrm>
      </p:grpSpPr>
      <p:pic>
        <p:nvPicPr>
          <p:cNvPr descr="A close up of a logo&#10;&#10;Description generated with high confidence" id="37" name="Google Shape;37;p44"/>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38" name="Google Shape;38;p44"/>
          <p:cNvPicPr preferRelativeResize="0"/>
          <p:nvPr/>
        </p:nvPicPr>
        <p:blipFill rotWithShape="1">
          <a:blip r:embed="rId3">
            <a:alphaModFix/>
          </a:blip>
          <a:srcRect b="37530" l="0" r="0" t="55603"/>
          <a:stretch/>
        </p:blipFill>
        <p:spPr>
          <a:xfrm>
            <a:off x="0" y="4849200"/>
            <a:ext cx="9144000" cy="294300"/>
          </a:xfrm>
          <a:prstGeom prst="rect">
            <a:avLst/>
          </a:prstGeom>
          <a:noFill/>
          <a:ln>
            <a:noFill/>
          </a:ln>
        </p:spPr>
      </p:pic>
      <p:sp>
        <p:nvSpPr>
          <p:cNvPr id="39" name="Google Shape;39;p44"/>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0" name="Google Shape;40;p44"/>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1" name="Google Shape;41;p44"/>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2" name="Google Shape;42;p44"/>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jp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jp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jp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jp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jp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jp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jp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jp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jp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jp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jp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jp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jp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jp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jp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pic>
        <p:nvPicPr>
          <p:cNvPr id="47" name="Google Shape;47;p1"/>
          <p:cNvPicPr preferRelativeResize="0"/>
          <p:nvPr/>
        </p:nvPicPr>
        <p:blipFill rotWithShape="1">
          <a:blip r:embed="rId3">
            <a:alphaModFix/>
          </a:blip>
          <a:srcRect b="0" l="0" r="0" t="0"/>
          <a:stretch/>
        </p:blipFill>
        <p:spPr>
          <a:xfrm>
            <a:off x="2808000" y="431425"/>
            <a:ext cx="3527998" cy="42806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2"/>
          <p:cNvSpPr txBox="1"/>
          <p:nvPr>
            <p:ph idx="1" type="body"/>
          </p:nvPr>
        </p:nvSpPr>
        <p:spPr>
          <a:xfrm>
            <a:off x="126460" y="1683657"/>
            <a:ext cx="8167534" cy="1716366"/>
          </a:xfrm>
          <a:prstGeom prst="rect">
            <a:avLst/>
          </a:prstGeom>
          <a:noFill/>
          <a:ln>
            <a:noFill/>
          </a:ln>
        </p:spPr>
        <p:txBody>
          <a:bodyPr anchorCtr="0" anchor="t" bIns="91425" lIns="91425" spcFirstLastPara="1" rIns="91425" wrap="square" tIns="91425">
            <a:noAutofit/>
          </a:bodyPr>
          <a:lstStyle/>
          <a:p>
            <a:pPr indent="0" lvl="0" marL="114300" rtl="0" algn="ctr">
              <a:lnSpc>
                <a:spcPct val="115000"/>
              </a:lnSpc>
              <a:spcBef>
                <a:spcPts val="0"/>
              </a:spcBef>
              <a:spcAft>
                <a:spcPts val="0"/>
              </a:spcAft>
              <a:buSzPts val="1800"/>
              <a:buNone/>
            </a:pPr>
            <a:r>
              <a:rPr b="1" lang="en-US" sz="4800">
                <a:solidFill>
                  <a:schemeClr val="dk1"/>
                </a:solidFill>
              </a:rPr>
              <a:t>     BLOOD RELATIONS</a:t>
            </a:r>
            <a:endParaRPr b="1" sz="4800">
              <a:solidFill>
                <a:schemeClr val="dk1"/>
              </a:solidFill>
            </a:endParaRPr>
          </a:p>
          <a:p>
            <a:pPr indent="0" lvl="0" marL="114300" rtl="0" algn="l">
              <a:lnSpc>
                <a:spcPct val="115000"/>
              </a:lnSpc>
              <a:spcBef>
                <a:spcPts val="0"/>
              </a:spcBef>
              <a:spcAft>
                <a:spcPts val="0"/>
              </a:spcAft>
              <a:buSzPts val="1800"/>
              <a:buNone/>
            </a:pPr>
            <a:r>
              <a:t/>
            </a:r>
            <a:endParaRPr b="1" sz="4800">
              <a:solidFill>
                <a:schemeClr val="dk1"/>
              </a:solidFill>
            </a:endParaRPr>
          </a:p>
        </p:txBody>
      </p:sp>
      <p:pic>
        <p:nvPicPr>
          <p:cNvPr id="53" name="Google Shape;53;p2"/>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pic>
        <p:nvPicPr>
          <p:cNvPr id="54" name="Google Shape;54;p2"/>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0" st="0"/>
                                            </p:txEl>
                                          </p:spTgt>
                                        </p:tgtEl>
                                        <p:attrNameLst>
                                          <p:attrName>style.visibility</p:attrName>
                                        </p:attrNameLst>
                                      </p:cBhvr>
                                      <p:to>
                                        <p:strVal val="visible"/>
                                      </p:to>
                                    </p:set>
                                    <p:animEffect filter="fade" transition="in">
                                      <p:cBhvr>
                                        <p:cTn dur="1000"/>
                                        <p:tgtEl>
                                          <p:spTgt spid="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1" st="1"/>
                                            </p:txEl>
                                          </p:spTgt>
                                        </p:tgtEl>
                                        <p:attrNameLst>
                                          <p:attrName>style.visibility</p:attrName>
                                        </p:attrNameLst>
                                      </p:cBhvr>
                                      <p:to>
                                        <p:strVal val="visible"/>
                                      </p:to>
                                    </p:set>
                                    <p:animEffect filter="fade" transition="in">
                                      <p:cBhvr>
                                        <p:cTn dur="1000"/>
                                        <p:tgtEl>
                                          <p:spTgt spid="52">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t/>
            </a:r>
            <a:endParaRPr/>
          </a:p>
        </p:txBody>
      </p:sp>
      <p:pic>
        <p:nvPicPr>
          <p:cNvPr id="60" name="Google Shape;60;p3"/>
          <p:cNvPicPr preferRelativeResize="0"/>
          <p:nvPr/>
        </p:nvPicPr>
        <p:blipFill rotWithShape="1">
          <a:blip r:embed="rId3">
            <a:alphaModFix/>
          </a:blip>
          <a:srcRect b="0" l="0" r="0" t="0"/>
          <a:stretch/>
        </p:blipFill>
        <p:spPr>
          <a:xfrm>
            <a:off x="2065650" y="0"/>
            <a:ext cx="514352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4"/>
          <p:cNvSpPr txBox="1"/>
          <p:nvPr/>
        </p:nvSpPr>
        <p:spPr>
          <a:xfrm>
            <a:off x="92481" y="1000349"/>
            <a:ext cx="8539956" cy="4108817"/>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  A person who is related to another by birth rather than by marriage.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Important Blood Relations</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1. Mother’s (or) Father’s Daughter – Sister</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2. Daughter’s husband – Son in law</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3. Mother’s brother – Maternal Uncle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4. Mother’s (or) father’s son – Brother</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5. Mother’s (or) Father’s sister – Aunt</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6. Mother’s (or) Father’s father – Grand Father</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7. Sister’s husband – Brother in law</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8. Husband’s (or) Wife’s mother – Mother in law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 name="Google Shape;66;p4"/>
          <p:cNvSpPr/>
          <p:nvPr>
            <p:ph type="title"/>
          </p:nvPr>
        </p:nvSpPr>
        <p:spPr>
          <a:xfrm>
            <a:off x="0" y="171045"/>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lang="en-US" sz="2000">
                <a:solidFill>
                  <a:srgbClr val="FFFFFF"/>
                </a:solidFill>
              </a:rPr>
            </a:br>
            <a:r>
              <a:rPr lang="en-US" sz="2000">
                <a:solidFill>
                  <a:srgbClr val="FFFFFF"/>
                </a:solidFill>
              </a:rPr>
              <a:t>  BLOOD RELATIONS</a:t>
            </a:r>
            <a:br>
              <a:rPr b="1" lang="en-US" sz="2000">
                <a:solidFill>
                  <a:srgbClr val="FFFFFF"/>
                </a:solidFill>
              </a:rPr>
            </a:br>
            <a:endParaRPr b="1" sz="2000">
              <a:solidFill>
                <a:srgbClr val="FFFFFF"/>
              </a:solidFill>
            </a:endParaRPr>
          </a:p>
        </p:txBody>
      </p:sp>
      <p:pic>
        <p:nvPicPr>
          <p:cNvPr id="67" name="Google Shape;67;p4"/>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pic>
        <p:nvPicPr>
          <p:cNvPr id="68" name="Google Shape;68;p4"/>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0" st="0"/>
                                            </p:txEl>
                                          </p:spTgt>
                                        </p:tgtEl>
                                        <p:attrNameLst>
                                          <p:attrName>style.visibility</p:attrName>
                                        </p:attrNameLst>
                                      </p:cBhvr>
                                      <p:to>
                                        <p:strVal val="visible"/>
                                      </p:to>
                                    </p:set>
                                    <p:animEffect filter="fade" transition="in">
                                      <p:cBhvr>
                                        <p:cTn dur="2000"/>
                                        <p:tgtEl>
                                          <p:spTgt spid="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1" st="1"/>
                                            </p:txEl>
                                          </p:spTgt>
                                        </p:tgtEl>
                                        <p:attrNameLst>
                                          <p:attrName>style.visibility</p:attrName>
                                        </p:attrNameLst>
                                      </p:cBhvr>
                                      <p:to>
                                        <p:strVal val="visible"/>
                                      </p:to>
                                    </p:set>
                                    <p:animEffect filter="fade" transition="in">
                                      <p:cBhvr>
                                        <p:cTn dur="2000"/>
                                        <p:tgtEl>
                                          <p:spTgt spid="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2" st="2"/>
                                            </p:txEl>
                                          </p:spTgt>
                                        </p:tgtEl>
                                        <p:attrNameLst>
                                          <p:attrName>style.visibility</p:attrName>
                                        </p:attrNameLst>
                                      </p:cBhvr>
                                      <p:to>
                                        <p:strVal val="visible"/>
                                      </p:to>
                                    </p:set>
                                    <p:animEffect filter="fade" transition="in">
                                      <p:cBhvr>
                                        <p:cTn dur="2000"/>
                                        <p:tgtEl>
                                          <p:spTgt spid="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3" st="3"/>
                                            </p:txEl>
                                          </p:spTgt>
                                        </p:tgtEl>
                                        <p:attrNameLst>
                                          <p:attrName>style.visibility</p:attrName>
                                        </p:attrNameLst>
                                      </p:cBhvr>
                                      <p:to>
                                        <p:strVal val="visible"/>
                                      </p:to>
                                    </p:set>
                                    <p:animEffect filter="fade" transition="in">
                                      <p:cBhvr>
                                        <p:cTn dur="2000"/>
                                        <p:tgtEl>
                                          <p:spTgt spid="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4" st="4"/>
                                            </p:txEl>
                                          </p:spTgt>
                                        </p:tgtEl>
                                        <p:attrNameLst>
                                          <p:attrName>style.visibility</p:attrName>
                                        </p:attrNameLst>
                                      </p:cBhvr>
                                      <p:to>
                                        <p:strVal val="visible"/>
                                      </p:to>
                                    </p:set>
                                    <p:animEffect filter="fade" transition="in">
                                      <p:cBhvr>
                                        <p:cTn dur="2000"/>
                                        <p:tgtEl>
                                          <p:spTgt spid="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5" st="5"/>
                                            </p:txEl>
                                          </p:spTgt>
                                        </p:tgtEl>
                                        <p:attrNameLst>
                                          <p:attrName>style.visibility</p:attrName>
                                        </p:attrNameLst>
                                      </p:cBhvr>
                                      <p:to>
                                        <p:strVal val="visible"/>
                                      </p:to>
                                    </p:set>
                                    <p:animEffect filter="fade" transition="in">
                                      <p:cBhvr>
                                        <p:cTn dur="2000"/>
                                        <p:tgtEl>
                                          <p:spTgt spid="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6" st="6"/>
                                            </p:txEl>
                                          </p:spTgt>
                                        </p:tgtEl>
                                        <p:attrNameLst>
                                          <p:attrName>style.visibility</p:attrName>
                                        </p:attrNameLst>
                                      </p:cBhvr>
                                      <p:to>
                                        <p:strVal val="visible"/>
                                      </p:to>
                                    </p:set>
                                    <p:animEffect filter="fade" transition="in">
                                      <p:cBhvr>
                                        <p:cTn dur="2000"/>
                                        <p:tgtEl>
                                          <p:spTgt spid="6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5"/>
          <p:cNvSpPr txBox="1"/>
          <p:nvPr/>
        </p:nvSpPr>
        <p:spPr>
          <a:xfrm>
            <a:off x="0" y="1003924"/>
            <a:ext cx="8539956"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  Important Blood Relations</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9.  Mother’s (or) Father’s mother – Grand Mother</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10. Son’s wife – Daughter in law</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11. Brother’s (or) Sister’s daughter – Niece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12. Husband’s (or) Wife’s father – Father in law</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13. Husband’s (or) Wife’s brother – Brother in law</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14. Father’s Brother – Paternal uncle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15. Husband’s (or) Wife’s sister – Sister in law</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16. Brother’s (or) Sister’s son – Nephew</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 name="Google Shape;74;p5"/>
          <p:cNvSpPr/>
          <p:nvPr>
            <p:ph type="title"/>
          </p:nvPr>
        </p:nvSpPr>
        <p:spPr>
          <a:xfrm>
            <a:off x="0" y="171044"/>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lang="en-US" sz="2000">
                <a:solidFill>
                  <a:srgbClr val="FFFFFF"/>
                </a:solidFill>
              </a:rPr>
            </a:br>
            <a:r>
              <a:rPr lang="en-US" sz="2000">
                <a:solidFill>
                  <a:srgbClr val="FFFFFF"/>
                </a:solidFill>
              </a:rPr>
              <a:t>  BLOOD RELATIONS</a:t>
            </a:r>
            <a:br>
              <a:rPr b="1" lang="en-US" sz="2000">
                <a:solidFill>
                  <a:srgbClr val="FFFFFF"/>
                </a:solidFill>
              </a:rPr>
            </a:br>
            <a:endParaRPr b="1" sz="2000">
              <a:solidFill>
                <a:srgbClr val="FFFFFF"/>
              </a:solidFill>
            </a:endParaRPr>
          </a:p>
        </p:txBody>
      </p:sp>
      <p:pic>
        <p:nvPicPr>
          <p:cNvPr id="75" name="Google Shape;75;p5"/>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pic>
        <p:nvPicPr>
          <p:cNvPr id="76" name="Google Shape;76;p5"/>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animEffect filter="fade" transition="in">
                                      <p:cBhvr>
                                        <p:cTn dur="2000"/>
                                        <p:tgtEl>
                                          <p:spTgt spid="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animEffect filter="fade" transition="in">
                                      <p:cBhvr>
                                        <p:cTn dur="2000"/>
                                        <p:tgtEl>
                                          <p:spTgt spid="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animEffect filter="fade" transition="in">
                                      <p:cBhvr>
                                        <p:cTn dur="2000"/>
                                        <p:tgtEl>
                                          <p:spTgt spid="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animEffect filter="fade" transition="in">
                                      <p:cBhvr>
                                        <p:cTn dur="2000"/>
                                        <p:tgtEl>
                                          <p:spTgt spid="7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82" name="Google Shape;82;p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83" name="Google Shape;83;p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85" name="Google Shape;85;p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6"/>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Answer: D</a:t>
            </a:r>
            <a:endParaRPr b="1" i="0" sz="1400" u="none" cap="none" strike="noStrike">
              <a:solidFill>
                <a:srgbClr val="000000"/>
              </a:solidFill>
              <a:latin typeface="Arial"/>
              <a:ea typeface="Arial"/>
              <a:cs typeface="Arial"/>
              <a:sym typeface="Arial"/>
            </a:endParaRPr>
          </a:p>
        </p:txBody>
      </p:sp>
      <p:sp>
        <p:nvSpPr>
          <p:cNvPr id="87" name="Google Shape;87;p6"/>
          <p:cNvSpPr txBox="1"/>
          <p:nvPr/>
        </p:nvSpPr>
        <p:spPr>
          <a:xfrm>
            <a:off x="264000" y="891975"/>
            <a:ext cx="74478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Introducing a woman, Shashank said, "She is the mother of the only daughter of my son." How that woman is related to Shashank?</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A.Daughter</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B.Sister-in-law</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C.Wife</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D.Daughter-in-law</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1000"/>
                                        <p:tgtEl>
                                          <p:spTgt spid="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93" name="Google Shape;93;p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94" name="Google Shape;94;p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96" name="Google Shape;96;p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7"/>
          <p:cNvSpPr txBox="1"/>
          <p:nvPr/>
        </p:nvSpPr>
        <p:spPr>
          <a:xfrm>
            <a:off x="427700" y="1071750"/>
            <a:ext cx="72840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woman is the mother of Shashank's granddaughter. Hence, the woman is the daughter-in-law of Shashank.</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8"/>
          <p:cNvSpPr txBox="1"/>
          <p:nvPr>
            <p:ph idx="1" type="body"/>
          </p:nvPr>
        </p:nvSpPr>
        <p:spPr>
          <a:xfrm>
            <a:off x="0" y="922360"/>
            <a:ext cx="8815064" cy="3062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None/>
            </a:pPr>
            <a:r>
              <a:rPr lang="en-US">
                <a:solidFill>
                  <a:schemeClr val="dk1"/>
                </a:solidFill>
              </a:rPr>
              <a:t>	Pointing to a photograph of a boy Suresh said, "He is the son of the only son of my mother." How is Suresh related to that boy?</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A.	Brother</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B.	Uncle</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C.	Cousin</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D.	Father</a:t>
            </a:r>
            <a:br>
              <a:rPr lang="en-US">
                <a:solidFill>
                  <a:schemeClr val="dk1"/>
                </a:solidFill>
              </a:rPr>
            </a:br>
            <a:endParaRPr>
              <a:solidFill>
                <a:schemeClr val="dk1"/>
              </a:solidFill>
            </a:endParaRPr>
          </a:p>
          <a:p>
            <a:pPr indent="0" lvl="0" marL="114300" rtl="0" algn="l">
              <a:lnSpc>
                <a:spcPct val="150000"/>
              </a:lnSpc>
              <a:spcBef>
                <a:spcPts val="0"/>
              </a:spcBef>
              <a:spcAft>
                <a:spcPts val="0"/>
              </a:spcAft>
              <a:buSzPts val="1800"/>
              <a:buNone/>
            </a:pPr>
            <a:r>
              <a:rPr lang="en-US">
                <a:solidFill>
                  <a:schemeClr val="dk1"/>
                </a:solidFill>
              </a:rPr>
              <a:t>                                                                                                                     Answer: D</a:t>
            </a:r>
            <a:endParaRPr>
              <a:solidFill>
                <a:schemeClr val="dk1"/>
              </a:solidFill>
            </a:endParaRPr>
          </a:p>
          <a:p>
            <a:pPr indent="0" lvl="0" marL="114300" rtl="0" algn="l">
              <a:lnSpc>
                <a:spcPct val="115000"/>
              </a:lnSpc>
              <a:spcBef>
                <a:spcPts val="0"/>
              </a:spcBef>
              <a:spcAft>
                <a:spcPts val="0"/>
              </a:spcAft>
              <a:buSzPts val="1800"/>
              <a:buNone/>
            </a:pPr>
            <a:r>
              <a:t/>
            </a:r>
            <a:endParaRPr sz="1600">
              <a:solidFill>
                <a:schemeClr val="dk1"/>
              </a:solidFill>
            </a:endParaRPr>
          </a:p>
        </p:txBody>
      </p:sp>
      <p:pic>
        <p:nvPicPr>
          <p:cNvPr id="103" name="Google Shape;103;p8"/>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04" name="Google Shape;104;p8"/>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02</a:t>
            </a:r>
            <a:br>
              <a:rPr b="1" lang="en-US" sz="2000">
                <a:solidFill>
                  <a:srgbClr val="FFFFFF"/>
                </a:solidFill>
              </a:rPr>
            </a:br>
            <a:endParaRPr b="1" sz="2000">
              <a:solidFill>
                <a:srgbClr val="FFFFFF"/>
              </a:solidFill>
            </a:endParaRPr>
          </a:p>
        </p:txBody>
      </p:sp>
      <p:pic>
        <p:nvPicPr>
          <p:cNvPr id="105" name="Google Shape;105;p8"/>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idx="1" type="body"/>
          </p:nvPr>
        </p:nvSpPr>
        <p:spPr>
          <a:xfrm>
            <a:off x="231820" y="1043189"/>
            <a:ext cx="8600480" cy="3016345"/>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Font typeface="Noto Sans Symbols"/>
              <a:buChar char="⮚"/>
            </a:pPr>
            <a:r>
              <a:rPr lang="en-US">
                <a:solidFill>
                  <a:schemeClr val="dk1"/>
                </a:solidFill>
              </a:rPr>
              <a:t>The boy in the photograph is the only son of the son of Suresh's mother i.e., the son of Suresh. Hence, Suresh is the father of boy.</a:t>
            </a:r>
            <a:endParaRPr>
              <a:solidFill>
                <a:schemeClr val="dk1"/>
              </a:solidFill>
            </a:endParaRPr>
          </a:p>
        </p:txBody>
      </p:sp>
      <p:pic>
        <p:nvPicPr>
          <p:cNvPr id="111" name="Google Shape;111;p9"/>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12" name="Google Shape;112;p9"/>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02</a:t>
            </a:r>
            <a:br>
              <a:rPr b="1" lang="en-US" sz="2000">
                <a:solidFill>
                  <a:srgbClr val="FFFFFF"/>
                </a:solidFill>
              </a:rPr>
            </a:br>
            <a:endParaRPr b="1" sz="2000">
              <a:solidFill>
                <a:srgbClr val="FFFFFF"/>
              </a:solidFill>
            </a:endParaRPr>
          </a:p>
        </p:txBody>
      </p:sp>
      <p:pic>
        <p:nvPicPr>
          <p:cNvPr id="113" name="Google Shape;113;p9"/>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2000"/>
                                        <p:tgtEl>
                                          <p:spTgt spid="11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10"/>
          <p:cNvPicPr preferRelativeResize="0"/>
          <p:nvPr/>
        </p:nvPicPr>
        <p:blipFill rotWithShape="1">
          <a:blip r:embed="rId3">
            <a:alphaModFix/>
          </a:blip>
          <a:srcRect b="51129" l="41240" r="-23987" t="9528"/>
          <a:stretch/>
        </p:blipFill>
        <p:spPr>
          <a:xfrm>
            <a:off x="0" y="4143245"/>
            <a:ext cx="4457700" cy="1000255"/>
          </a:xfrm>
          <a:prstGeom prst="rect">
            <a:avLst/>
          </a:prstGeom>
          <a:noFill/>
          <a:ln>
            <a:noFill/>
          </a:ln>
        </p:spPr>
      </p:pic>
      <p:sp>
        <p:nvSpPr>
          <p:cNvPr id="119" name="Google Shape;119;p10"/>
          <p:cNvSpPr txBox="1"/>
          <p:nvPr/>
        </p:nvSpPr>
        <p:spPr>
          <a:xfrm>
            <a:off x="88508" y="974317"/>
            <a:ext cx="8726556" cy="424731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rgbClr val="000000"/>
                </a:solidFill>
                <a:latin typeface="Arial"/>
                <a:ea typeface="Arial"/>
                <a:cs typeface="Arial"/>
                <a:sym typeface="Arial"/>
              </a:rPr>
              <a:t>Deepak said to Nitin, "That boy playing with the football is the younger of the two brothers of the daughter of my father's wife." How is the boy playing football related to Deepak?</a:t>
            </a:r>
            <a:endParaRPr b="0" i="0" sz="18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Son</a:t>
            </a:r>
            <a:endParaRPr b="0" i="0" sz="18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Brother</a:t>
            </a:r>
            <a:endParaRPr b="0" i="0" sz="18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Cousin</a:t>
            </a:r>
            <a:endParaRPr b="0" i="0" sz="18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Nephew</a:t>
            </a:r>
            <a:endParaRPr b="0" i="0" sz="18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Brother-in-law</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0" i="0" lang="en-US" sz="1800" u="none" cap="none" strike="noStrike">
                <a:solidFill>
                  <a:schemeClr val="dk1"/>
                </a:solidFill>
                <a:latin typeface="Arial"/>
                <a:ea typeface="Arial"/>
                <a:cs typeface="Arial"/>
                <a:sym typeface="Arial"/>
              </a:rPr>
              <a:t>                                                                                                                      Answer: B</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0" name="Google Shape;120;p10"/>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03</a:t>
            </a:r>
            <a:br>
              <a:rPr b="1" lang="en-US" sz="2000">
                <a:solidFill>
                  <a:srgbClr val="FFFFFF"/>
                </a:solidFill>
              </a:rPr>
            </a:br>
            <a:endParaRPr b="1" sz="2000">
              <a:solidFill>
                <a:srgbClr val="FFFFFF"/>
              </a:solidFill>
            </a:endParaRPr>
          </a:p>
        </p:txBody>
      </p:sp>
      <p:pic>
        <p:nvPicPr>
          <p:cNvPr id="121" name="Google Shape;121;p10"/>
          <p:cNvPicPr preferRelativeResize="0"/>
          <p:nvPr/>
        </p:nvPicPr>
        <p:blipFill rotWithShape="1">
          <a:blip r:embed="rId4">
            <a:alphaModFix/>
          </a:blip>
          <a:srcRect b="0" l="0" r="0" t="0"/>
          <a:stretch/>
        </p:blipFill>
        <p:spPr>
          <a:xfrm>
            <a:off x="7120800" y="233550"/>
            <a:ext cx="1694264" cy="7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2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2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2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2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Effect filter="fade" transition="in">
                                      <p:cBhvr>
                                        <p:cTn dur="2000"/>
                                        <p:tgtEl>
                                          <p:spTgt spid="1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animEffect filter="fade" transition="in">
                                      <p:cBhvr>
                                        <p:cTn dur="2000"/>
                                        <p:tgtEl>
                                          <p:spTgt spid="1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animEffect filter="fade" transition="in">
                                      <p:cBhvr>
                                        <p:cTn dur="2000"/>
                                        <p:tgtEl>
                                          <p:spTgt spid="1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7" st="7"/>
                                            </p:txEl>
                                          </p:spTgt>
                                        </p:tgtEl>
                                        <p:attrNameLst>
                                          <p:attrName>style.visibility</p:attrName>
                                        </p:attrNameLst>
                                      </p:cBhvr>
                                      <p:to>
                                        <p:strVal val="visible"/>
                                      </p:to>
                                    </p:set>
                                    <p:animEffect filter="fade" transition="in">
                                      <p:cBhvr>
                                        <p:cTn dur="2000"/>
                                        <p:tgtEl>
                                          <p:spTgt spid="119">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t/>
            </a:r>
            <a:endParaRPr/>
          </a:p>
          <a:p>
            <a:pPr indent="0" lvl="0" marL="114300" rtl="0" algn="l">
              <a:lnSpc>
                <a:spcPct val="115000"/>
              </a:lnSpc>
              <a:spcBef>
                <a:spcPts val="0"/>
              </a:spcBef>
              <a:spcAft>
                <a:spcPts val="0"/>
              </a:spcAft>
              <a:buSzPts val="1800"/>
              <a:buNone/>
            </a:pPr>
            <a:r>
              <a:t/>
            </a:r>
            <a:endParaRPr/>
          </a:p>
        </p:txBody>
      </p:sp>
      <p:sp>
        <p:nvSpPr>
          <p:cNvPr id="127" name="Google Shape;127;p11"/>
          <p:cNvSpPr txBox="1"/>
          <p:nvPr/>
        </p:nvSpPr>
        <p:spPr>
          <a:xfrm>
            <a:off x="321972" y="965915"/>
            <a:ext cx="8493092" cy="87203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rgbClr val="000000"/>
                </a:solidFill>
                <a:latin typeface="Arial"/>
                <a:ea typeface="Arial"/>
                <a:cs typeface="Arial"/>
                <a:sym typeface="Arial"/>
              </a:rPr>
              <a:t>Father's wife - Mother; Mother's daughter - Sister; Sister's younger brother - My younger brother. So, the boy is Deepak's brother.</a:t>
            </a:r>
            <a:endParaRPr b="0" i="0" sz="1800" u="none" cap="none" strike="noStrike">
              <a:solidFill>
                <a:schemeClr val="dk1"/>
              </a:solidFill>
              <a:latin typeface="Arial"/>
              <a:ea typeface="Arial"/>
              <a:cs typeface="Arial"/>
              <a:sym typeface="Arial"/>
            </a:endParaRPr>
          </a:p>
        </p:txBody>
      </p:sp>
      <p:pic>
        <p:nvPicPr>
          <p:cNvPr id="128" name="Google Shape;128;p11"/>
          <p:cNvPicPr preferRelativeResize="0"/>
          <p:nvPr/>
        </p:nvPicPr>
        <p:blipFill rotWithShape="1">
          <a:blip r:embed="rId3">
            <a:alphaModFix/>
          </a:blip>
          <a:srcRect b="51129" l="41240" r="-23987" t="9528"/>
          <a:stretch/>
        </p:blipFill>
        <p:spPr>
          <a:xfrm>
            <a:off x="0" y="4143245"/>
            <a:ext cx="4457700" cy="1000255"/>
          </a:xfrm>
          <a:prstGeom prst="rect">
            <a:avLst/>
          </a:prstGeom>
          <a:noFill/>
          <a:ln>
            <a:noFill/>
          </a:ln>
        </p:spPr>
      </p:pic>
      <p:sp>
        <p:nvSpPr>
          <p:cNvPr id="129" name="Google Shape;129;p11"/>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03</a:t>
            </a:r>
            <a:br>
              <a:rPr b="1" lang="en-US" sz="2000">
                <a:solidFill>
                  <a:srgbClr val="FFFFFF"/>
                </a:solidFill>
              </a:rPr>
            </a:br>
            <a:endParaRPr b="1" sz="2000">
              <a:solidFill>
                <a:srgbClr val="FFFFFF"/>
              </a:solidFill>
            </a:endParaRPr>
          </a:p>
        </p:txBody>
      </p:sp>
      <p:pic>
        <p:nvPicPr>
          <p:cNvPr id="130" name="Google Shape;130;p11"/>
          <p:cNvPicPr preferRelativeResize="0"/>
          <p:nvPr/>
        </p:nvPicPr>
        <p:blipFill rotWithShape="1">
          <a:blip r:embed="rId4">
            <a:alphaModFix/>
          </a:blip>
          <a:srcRect b="0" l="0" r="0" t="0"/>
          <a:stretch/>
        </p:blipFill>
        <p:spPr>
          <a:xfrm>
            <a:off x="7120800" y="233550"/>
            <a:ext cx="1694264" cy="7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2000"/>
                                        <p:tgtEl>
                                          <p:spTgt spid="12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2"/>
          <p:cNvSpPr txBox="1"/>
          <p:nvPr>
            <p:ph idx="1" type="body"/>
          </p:nvPr>
        </p:nvSpPr>
        <p:spPr>
          <a:xfrm>
            <a:off x="0" y="932255"/>
            <a:ext cx="8815064" cy="399245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None/>
            </a:pPr>
            <a:r>
              <a:rPr lang="en-US">
                <a:solidFill>
                  <a:schemeClr val="dk1"/>
                </a:solidFill>
              </a:rPr>
              <a:t>Pointing to a photograph, a woman says, "This man's son's sister is my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mother-in law." How is the woman's husband related to the man in the photograph?</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Grandson</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Son</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Son-in-law</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Nephew</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                                                                                                                     Answer: A                                                            </a:t>
            </a:r>
            <a:endParaRPr>
              <a:solidFill>
                <a:schemeClr val="dk1"/>
              </a:solidFill>
            </a:endParaRPr>
          </a:p>
          <a:p>
            <a:pPr indent="-342900" lvl="0" marL="457200" rtl="0" algn="l">
              <a:lnSpc>
                <a:spcPct val="150000"/>
              </a:lnSpc>
              <a:spcBef>
                <a:spcPts val="0"/>
              </a:spcBef>
              <a:spcAft>
                <a:spcPts val="0"/>
              </a:spcAft>
              <a:buSzPts val="1800"/>
              <a:buNone/>
            </a:pPr>
            <a:r>
              <a:t/>
            </a:r>
            <a:endParaRPr>
              <a:solidFill>
                <a:schemeClr val="dk1"/>
              </a:solidFill>
            </a:endParaRPr>
          </a:p>
          <a:p>
            <a:pPr indent="-342900" lvl="0" marL="457200" rtl="0" algn="l">
              <a:lnSpc>
                <a:spcPct val="150000"/>
              </a:lnSpc>
              <a:spcBef>
                <a:spcPts val="0"/>
              </a:spcBef>
              <a:spcAft>
                <a:spcPts val="0"/>
              </a:spcAft>
              <a:buClr>
                <a:schemeClr val="dk2"/>
              </a:buClr>
              <a:buSzPts val="1800"/>
              <a:buNone/>
            </a:pPr>
            <a:r>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                                                                                                                  </a:t>
            </a:r>
            <a:endParaRPr>
              <a:solidFill>
                <a:schemeClr val="dk1"/>
              </a:solidFill>
            </a:endParaRPr>
          </a:p>
          <a:p>
            <a:pPr indent="0" lvl="0" marL="114300" rtl="0" algn="l">
              <a:lnSpc>
                <a:spcPct val="115000"/>
              </a:lnSpc>
              <a:spcBef>
                <a:spcPts val="0"/>
              </a:spcBef>
              <a:spcAft>
                <a:spcPts val="0"/>
              </a:spcAft>
              <a:buSzPts val="1800"/>
              <a:buNone/>
            </a:pPr>
            <a:r>
              <a:t/>
            </a:r>
            <a:endParaRPr sz="1600">
              <a:solidFill>
                <a:schemeClr val="dk1"/>
              </a:solidFill>
            </a:endParaRPr>
          </a:p>
        </p:txBody>
      </p:sp>
      <p:pic>
        <p:nvPicPr>
          <p:cNvPr id="136" name="Google Shape;136;p12"/>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37" name="Google Shape;137;p12"/>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04</a:t>
            </a:r>
            <a:br>
              <a:rPr b="1" lang="en-US" sz="2000">
                <a:solidFill>
                  <a:srgbClr val="FFFFFF"/>
                </a:solidFill>
              </a:rPr>
            </a:br>
            <a:endParaRPr b="1" sz="2000">
              <a:solidFill>
                <a:srgbClr val="FFFFFF"/>
              </a:solidFill>
            </a:endParaRPr>
          </a:p>
        </p:txBody>
      </p:sp>
      <p:pic>
        <p:nvPicPr>
          <p:cNvPr id="138" name="Google Shape;138;p12"/>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Effect filter="fade" transition="in">
                                      <p:cBhvr>
                                        <p:cTn dur="2000"/>
                                        <p:tgtEl>
                                          <p:spTgt spid="1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animEffect filter="fade" transition="in">
                                      <p:cBhvr>
                                        <p:cTn dur="2000"/>
                                        <p:tgtEl>
                                          <p:spTgt spid="1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animEffect filter="fade" transition="in">
                                      <p:cBhvr>
                                        <p:cTn dur="2000"/>
                                        <p:tgtEl>
                                          <p:spTgt spid="1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animEffect filter="fade" transition="in">
                                      <p:cBhvr>
                                        <p:cTn dur="2000"/>
                                        <p:tgtEl>
                                          <p:spTgt spid="1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animEffect filter="fade" transition="in">
                                      <p:cBhvr>
                                        <p:cTn dur="2000"/>
                                        <p:tgtEl>
                                          <p:spTgt spid="1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animEffect filter="fade" transition="in">
                                      <p:cBhvr>
                                        <p:cTn dur="2000"/>
                                        <p:tgtEl>
                                          <p:spTgt spid="1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6" st="6"/>
                                            </p:txEl>
                                          </p:spTgt>
                                        </p:tgtEl>
                                        <p:attrNameLst>
                                          <p:attrName>style.visibility</p:attrName>
                                        </p:attrNameLst>
                                      </p:cBhvr>
                                      <p:to>
                                        <p:strVal val="visible"/>
                                      </p:to>
                                    </p:set>
                                    <p:animEffect filter="fade" transition="in">
                                      <p:cBhvr>
                                        <p:cTn dur="2000"/>
                                        <p:tgtEl>
                                          <p:spTgt spid="1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7" st="7"/>
                                            </p:txEl>
                                          </p:spTgt>
                                        </p:tgtEl>
                                        <p:attrNameLst>
                                          <p:attrName>style.visibility</p:attrName>
                                        </p:attrNameLst>
                                      </p:cBhvr>
                                      <p:to>
                                        <p:strVal val="visible"/>
                                      </p:to>
                                    </p:set>
                                    <p:animEffect filter="fade" transition="in">
                                      <p:cBhvr>
                                        <p:cTn dur="2000"/>
                                        <p:tgtEl>
                                          <p:spTgt spid="1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8" st="8"/>
                                            </p:txEl>
                                          </p:spTgt>
                                        </p:tgtEl>
                                        <p:attrNameLst>
                                          <p:attrName>style.visibility</p:attrName>
                                        </p:attrNameLst>
                                      </p:cBhvr>
                                      <p:to>
                                        <p:strVal val="visible"/>
                                      </p:to>
                                    </p:set>
                                    <p:animEffect filter="fade" transition="in">
                                      <p:cBhvr>
                                        <p:cTn dur="2000"/>
                                        <p:tgtEl>
                                          <p:spTgt spid="13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9" st="9"/>
                                            </p:txEl>
                                          </p:spTgt>
                                        </p:tgtEl>
                                        <p:attrNameLst>
                                          <p:attrName>style.visibility</p:attrName>
                                        </p:attrNameLst>
                                      </p:cBhvr>
                                      <p:to>
                                        <p:strVal val="visible"/>
                                      </p:to>
                                    </p:set>
                                    <p:animEffect filter="fade" transition="in">
                                      <p:cBhvr>
                                        <p:cTn dur="2000"/>
                                        <p:tgtEl>
                                          <p:spTgt spid="13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0" st="10"/>
                                            </p:txEl>
                                          </p:spTgt>
                                        </p:tgtEl>
                                        <p:attrNameLst>
                                          <p:attrName>style.visibility</p:attrName>
                                        </p:attrNameLst>
                                      </p:cBhvr>
                                      <p:to>
                                        <p:strVal val="visible"/>
                                      </p:to>
                                    </p:set>
                                    <p:animEffect filter="fade" transition="in">
                                      <p:cBhvr>
                                        <p:cTn dur="2000"/>
                                        <p:tgtEl>
                                          <p:spTgt spid="13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1" st="11"/>
                                            </p:txEl>
                                          </p:spTgt>
                                        </p:tgtEl>
                                        <p:attrNameLst>
                                          <p:attrName>style.visibility</p:attrName>
                                        </p:attrNameLst>
                                      </p:cBhvr>
                                      <p:to>
                                        <p:strVal val="visible"/>
                                      </p:to>
                                    </p:set>
                                    <p:animEffect filter="fade" transition="in">
                                      <p:cBhvr>
                                        <p:cTn dur="2000"/>
                                        <p:tgtEl>
                                          <p:spTgt spid="13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2" st="12"/>
                                            </p:txEl>
                                          </p:spTgt>
                                        </p:tgtEl>
                                        <p:attrNameLst>
                                          <p:attrName>style.visibility</p:attrName>
                                        </p:attrNameLst>
                                      </p:cBhvr>
                                      <p:to>
                                        <p:strVal val="visible"/>
                                      </p:to>
                                    </p:set>
                                    <p:animEffect filter="fade" transition="in">
                                      <p:cBhvr>
                                        <p:cTn dur="2000"/>
                                        <p:tgtEl>
                                          <p:spTgt spid="135">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3"/>
          <p:cNvSpPr txBox="1"/>
          <p:nvPr>
            <p:ph idx="1" type="body"/>
          </p:nvPr>
        </p:nvSpPr>
        <p:spPr>
          <a:xfrm>
            <a:off x="206062" y="1030310"/>
            <a:ext cx="8626238" cy="3049321"/>
          </a:xfrm>
          <a:prstGeom prst="rect">
            <a:avLst/>
          </a:prstGeom>
          <a:noFill/>
          <a:ln>
            <a:noFill/>
          </a:ln>
        </p:spPr>
        <p:txBody>
          <a:bodyPr anchorCtr="0" anchor="t" bIns="91425" lIns="91425" spcFirstLastPara="1" rIns="91425" wrap="square" tIns="91425">
            <a:noAutofit/>
          </a:bodyPr>
          <a:lstStyle/>
          <a:p>
            <a:pPr indent="-114300" lvl="0" marL="114300" rtl="0" algn="l">
              <a:lnSpc>
                <a:spcPct val="150000"/>
              </a:lnSpc>
              <a:spcBef>
                <a:spcPts val="0"/>
              </a:spcBef>
              <a:spcAft>
                <a:spcPts val="0"/>
              </a:spcAft>
              <a:buSzPts val="1800"/>
              <a:buFont typeface="Noto Sans Symbols"/>
              <a:buChar char="⮚"/>
            </a:pPr>
            <a:r>
              <a:rPr lang="en-US">
                <a:solidFill>
                  <a:schemeClr val="dk1"/>
                </a:solidFill>
              </a:rPr>
              <a:t>  Man's son's sister - Man's daughter.</a:t>
            </a:r>
            <a:br>
              <a:rPr lang="en-US">
                <a:solidFill>
                  <a:schemeClr val="dk1"/>
                </a:solidFill>
              </a:rPr>
            </a:br>
            <a:r>
              <a:rPr lang="en-US">
                <a:solidFill>
                  <a:schemeClr val="dk1"/>
                </a:solidFill>
              </a:rPr>
              <a:t>So, the man's daughter is the mother of the woman's husband. Thus, the woman's husband is the grandson of the man in the photograph</a:t>
            </a:r>
            <a:r>
              <a:rPr lang="en-US"/>
              <a:t>.</a:t>
            </a:r>
            <a:endParaRPr>
              <a:solidFill>
                <a:schemeClr val="dk1"/>
              </a:solidFill>
            </a:endParaRPr>
          </a:p>
        </p:txBody>
      </p:sp>
      <p:pic>
        <p:nvPicPr>
          <p:cNvPr id="144" name="Google Shape;144;p13"/>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45" name="Google Shape;145;p13"/>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04</a:t>
            </a:r>
            <a:br>
              <a:rPr b="1" lang="en-US" sz="2000">
                <a:solidFill>
                  <a:srgbClr val="FFFFFF"/>
                </a:solidFill>
              </a:rPr>
            </a:br>
            <a:endParaRPr b="1" sz="2000">
              <a:solidFill>
                <a:srgbClr val="FFFFFF"/>
              </a:solidFill>
            </a:endParaRPr>
          </a:p>
        </p:txBody>
      </p:sp>
      <p:pic>
        <p:nvPicPr>
          <p:cNvPr id="146" name="Google Shape;146;p13"/>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Effect filter="fade" transition="in">
                                      <p:cBhvr>
                                        <p:cTn dur="2000"/>
                                        <p:tgtEl>
                                          <p:spTgt spid="14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4"/>
          <p:cNvSpPr txBox="1"/>
          <p:nvPr>
            <p:ph idx="1" type="body"/>
          </p:nvPr>
        </p:nvSpPr>
        <p:spPr>
          <a:xfrm>
            <a:off x="0" y="854434"/>
            <a:ext cx="8815064" cy="3604677"/>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None/>
            </a:pPr>
            <a:r>
              <a:rPr lang="en-US">
                <a:solidFill>
                  <a:schemeClr val="dk1"/>
                </a:solidFill>
              </a:rPr>
              <a:t>	If A + B means A is the mother of B; A - B means A is the brother B; A % B means A is the father of B and A x B means A is the sister of B, which of the following shows that P is the maternal uncle of Q?</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A.	Q - N + M x P</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B.	P + S x N - Q</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C.	P - M + N x Q</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D.	Q - S % P</a:t>
            </a:r>
            <a:endParaRPr>
              <a:solidFill>
                <a:schemeClr val="dk1"/>
              </a:solidFill>
            </a:endParaRPr>
          </a:p>
          <a:p>
            <a:pPr indent="0" lvl="0" marL="114300" rtl="0" algn="l">
              <a:lnSpc>
                <a:spcPct val="150000"/>
              </a:lnSpc>
              <a:spcBef>
                <a:spcPts val="0"/>
              </a:spcBef>
              <a:spcAft>
                <a:spcPts val="0"/>
              </a:spcAft>
              <a:buClr>
                <a:schemeClr val="dk1"/>
              </a:buClr>
              <a:buSzPts val="1800"/>
              <a:buNone/>
            </a:pPr>
            <a:r>
              <a:rPr lang="en-US">
                <a:solidFill>
                  <a:schemeClr val="dk1"/>
                </a:solidFill>
              </a:rPr>
              <a:t>                                                                                                                 </a:t>
            </a:r>
            <a:endParaRPr>
              <a:solidFill>
                <a:schemeClr val="dk1"/>
              </a:solidFill>
            </a:endParaRPr>
          </a:p>
          <a:p>
            <a:pPr indent="0" lvl="0" marL="114300" rtl="0" algn="l">
              <a:lnSpc>
                <a:spcPct val="150000"/>
              </a:lnSpc>
              <a:spcBef>
                <a:spcPts val="0"/>
              </a:spcBef>
              <a:spcAft>
                <a:spcPts val="0"/>
              </a:spcAft>
              <a:buSzPts val="1800"/>
              <a:buNone/>
            </a:pPr>
            <a:r>
              <a:rPr lang="en-US">
                <a:solidFill>
                  <a:schemeClr val="dk1"/>
                </a:solidFill>
              </a:rPr>
              <a:t>                                                                                                                     Answer: C</a:t>
            </a:r>
            <a:endParaRPr>
              <a:solidFill>
                <a:schemeClr val="dk1"/>
              </a:solidFill>
            </a:endParaRPr>
          </a:p>
          <a:p>
            <a:pPr indent="0" lvl="0" marL="114300" rtl="0" algn="l">
              <a:lnSpc>
                <a:spcPct val="115000"/>
              </a:lnSpc>
              <a:spcBef>
                <a:spcPts val="0"/>
              </a:spcBef>
              <a:spcAft>
                <a:spcPts val="0"/>
              </a:spcAft>
              <a:buSzPts val="1800"/>
              <a:buNone/>
            </a:pPr>
            <a:r>
              <a:t/>
            </a:r>
            <a:endParaRPr sz="1600">
              <a:solidFill>
                <a:schemeClr val="dk1"/>
              </a:solidFill>
            </a:endParaRPr>
          </a:p>
          <a:p>
            <a:pPr indent="-342900" lvl="0" marL="457200" rtl="0" algn="l">
              <a:lnSpc>
                <a:spcPct val="150000"/>
              </a:lnSpc>
              <a:spcBef>
                <a:spcPts val="0"/>
              </a:spcBef>
              <a:spcAft>
                <a:spcPts val="0"/>
              </a:spcAft>
              <a:buSzPts val="1800"/>
              <a:buNone/>
            </a:pPr>
            <a:r>
              <a:t/>
            </a:r>
            <a:endParaRPr>
              <a:solidFill>
                <a:schemeClr val="dk1"/>
              </a:solidFill>
            </a:endParaRPr>
          </a:p>
        </p:txBody>
      </p:sp>
      <p:pic>
        <p:nvPicPr>
          <p:cNvPr id="152" name="Google Shape;152;p14"/>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53" name="Google Shape;153;p14"/>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06</a:t>
            </a:r>
            <a:br>
              <a:rPr b="1" lang="en-US" sz="2000">
                <a:solidFill>
                  <a:srgbClr val="FFFFFF"/>
                </a:solidFill>
              </a:rPr>
            </a:br>
            <a:endParaRPr b="1" sz="2000">
              <a:solidFill>
                <a:srgbClr val="FFFFFF"/>
              </a:solidFill>
            </a:endParaRPr>
          </a:p>
        </p:txBody>
      </p:sp>
      <p:pic>
        <p:nvPicPr>
          <p:cNvPr id="154" name="Google Shape;154;p14"/>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218941" y="978794"/>
            <a:ext cx="8613359" cy="3578919"/>
          </a:xfrm>
          <a:prstGeom prst="rect">
            <a:avLst/>
          </a:prstGeom>
          <a:noFill/>
          <a:ln>
            <a:noFill/>
          </a:ln>
        </p:spPr>
        <p:txBody>
          <a:bodyPr anchorCtr="0" anchor="t" bIns="91425" lIns="91425" spcFirstLastPara="1" rIns="91425" wrap="square" tIns="91425">
            <a:noAutofit/>
          </a:bodyPr>
          <a:lstStyle/>
          <a:p>
            <a:pPr indent="-114300" lvl="0" marL="114300" rtl="0" algn="l">
              <a:lnSpc>
                <a:spcPct val="150000"/>
              </a:lnSpc>
              <a:spcBef>
                <a:spcPts val="0"/>
              </a:spcBef>
              <a:spcAft>
                <a:spcPts val="0"/>
              </a:spcAft>
              <a:buSzPts val="1800"/>
              <a:buFont typeface="Noto Sans Symbols"/>
              <a:buChar char="⮚"/>
            </a:pPr>
            <a:r>
              <a:rPr lang="en-US">
                <a:solidFill>
                  <a:schemeClr val="dk1"/>
                </a:solidFill>
              </a:rPr>
              <a:t>P - M → P is the brother of M</a:t>
            </a:r>
            <a:endParaRPr>
              <a:solidFill>
                <a:schemeClr val="dk1"/>
              </a:solidFill>
            </a:endParaRPr>
          </a:p>
          <a:p>
            <a:pPr indent="0" lvl="0" marL="114300" rtl="0" algn="l">
              <a:lnSpc>
                <a:spcPct val="150000"/>
              </a:lnSpc>
              <a:spcBef>
                <a:spcPts val="0"/>
              </a:spcBef>
              <a:spcAft>
                <a:spcPts val="0"/>
              </a:spcAft>
              <a:buSzPts val="1800"/>
              <a:buFont typeface="Noto Sans Symbols"/>
              <a:buNone/>
            </a:pPr>
            <a:r>
              <a:t/>
            </a:r>
            <a:endParaRPr>
              <a:solidFill>
                <a:schemeClr val="dk1"/>
              </a:solidFill>
            </a:endParaRPr>
          </a:p>
          <a:p>
            <a:pPr indent="-114300" lvl="0" marL="114300" rtl="0" algn="l">
              <a:lnSpc>
                <a:spcPct val="150000"/>
              </a:lnSpc>
              <a:spcBef>
                <a:spcPts val="0"/>
              </a:spcBef>
              <a:spcAft>
                <a:spcPts val="0"/>
              </a:spcAft>
              <a:buSzPts val="1800"/>
              <a:buFont typeface="Noto Sans Symbols"/>
              <a:buChar char="⮚"/>
            </a:pPr>
            <a:r>
              <a:rPr lang="en-US">
                <a:solidFill>
                  <a:schemeClr val="dk1"/>
                </a:solidFill>
              </a:rPr>
              <a:t>M + N → M is the mother of N</a:t>
            </a:r>
            <a:endParaRPr>
              <a:solidFill>
                <a:schemeClr val="dk1"/>
              </a:solidFill>
            </a:endParaRPr>
          </a:p>
          <a:p>
            <a:pPr indent="0" lvl="0" marL="114300" rtl="0" algn="l">
              <a:lnSpc>
                <a:spcPct val="150000"/>
              </a:lnSpc>
              <a:spcBef>
                <a:spcPts val="0"/>
              </a:spcBef>
              <a:spcAft>
                <a:spcPts val="0"/>
              </a:spcAft>
              <a:buSzPts val="1800"/>
              <a:buFont typeface="Noto Sans Symbols"/>
              <a:buNone/>
            </a:pPr>
            <a:r>
              <a:t/>
            </a:r>
            <a:endParaRPr>
              <a:solidFill>
                <a:schemeClr val="dk1"/>
              </a:solidFill>
            </a:endParaRPr>
          </a:p>
          <a:p>
            <a:pPr indent="-114300" lvl="0" marL="114300" rtl="0" algn="l">
              <a:lnSpc>
                <a:spcPct val="150000"/>
              </a:lnSpc>
              <a:spcBef>
                <a:spcPts val="0"/>
              </a:spcBef>
              <a:spcAft>
                <a:spcPts val="0"/>
              </a:spcAft>
              <a:buSzPts val="1800"/>
              <a:buFont typeface="Noto Sans Symbols"/>
              <a:buChar char="⮚"/>
            </a:pPr>
            <a:r>
              <a:rPr lang="en-US">
                <a:solidFill>
                  <a:schemeClr val="dk1"/>
                </a:solidFill>
              </a:rPr>
              <a:t>N x Q → N is the sister of Q</a:t>
            </a:r>
            <a:endParaRPr>
              <a:solidFill>
                <a:schemeClr val="dk1"/>
              </a:solidFill>
            </a:endParaRPr>
          </a:p>
          <a:p>
            <a:pPr indent="0" lvl="0" marL="114300" rtl="0" algn="l">
              <a:lnSpc>
                <a:spcPct val="150000"/>
              </a:lnSpc>
              <a:spcBef>
                <a:spcPts val="0"/>
              </a:spcBef>
              <a:spcAft>
                <a:spcPts val="0"/>
              </a:spcAft>
              <a:buSzPts val="1800"/>
              <a:buFont typeface="Noto Sans Symbols"/>
              <a:buNone/>
            </a:pPr>
            <a:r>
              <a:t/>
            </a:r>
            <a:endParaRPr>
              <a:solidFill>
                <a:schemeClr val="dk1"/>
              </a:solidFill>
            </a:endParaRPr>
          </a:p>
          <a:p>
            <a:pPr indent="-114300" lvl="0" marL="114300" rtl="0" algn="l">
              <a:lnSpc>
                <a:spcPct val="150000"/>
              </a:lnSpc>
              <a:spcBef>
                <a:spcPts val="0"/>
              </a:spcBef>
              <a:spcAft>
                <a:spcPts val="0"/>
              </a:spcAft>
              <a:buSzPts val="1800"/>
              <a:buFont typeface="Noto Sans Symbols"/>
              <a:buChar char="⮚"/>
            </a:pPr>
            <a:r>
              <a:rPr lang="en-US">
                <a:solidFill>
                  <a:schemeClr val="dk1"/>
                </a:solidFill>
              </a:rPr>
              <a:t>Therefore, P is the maternal uncle of Q.</a:t>
            </a:r>
            <a:endParaRPr>
              <a:solidFill>
                <a:schemeClr val="dk1"/>
              </a:solidFill>
            </a:endParaRPr>
          </a:p>
        </p:txBody>
      </p:sp>
      <p:pic>
        <p:nvPicPr>
          <p:cNvPr id="160" name="Google Shape;160;p15"/>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61" name="Google Shape;161;p15"/>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06</a:t>
            </a:r>
            <a:br>
              <a:rPr b="1" lang="en-US" sz="2000">
                <a:solidFill>
                  <a:srgbClr val="FFFFFF"/>
                </a:solidFill>
              </a:rPr>
            </a:br>
            <a:endParaRPr b="1" sz="2000">
              <a:solidFill>
                <a:srgbClr val="FFFFFF"/>
              </a:solidFill>
            </a:endParaRPr>
          </a:p>
        </p:txBody>
      </p:sp>
      <p:pic>
        <p:nvPicPr>
          <p:cNvPr id="162" name="Google Shape;162;p15"/>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animEffect filter="fade" transition="in">
                                      <p:cBhvr>
                                        <p:cTn dur="2000"/>
                                        <p:tgtEl>
                                          <p:spTgt spid="1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animEffect filter="fade" transition="in">
                                      <p:cBhvr>
                                        <p:cTn dur="2000"/>
                                        <p:tgtEl>
                                          <p:spTgt spid="1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animEffect filter="fade" transition="in">
                                      <p:cBhvr>
                                        <p:cTn dur="2000"/>
                                        <p:tgtEl>
                                          <p:spTgt spid="1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animEffect filter="fade" transition="in">
                                      <p:cBhvr>
                                        <p:cTn dur="2000"/>
                                        <p:tgtEl>
                                          <p:spTgt spid="1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4" st="4"/>
                                            </p:txEl>
                                          </p:spTgt>
                                        </p:tgtEl>
                                        <p:attrNameLst>
                                          <p:attrName>style.visibility</p:attrName>
                                        </p:attrNameLst>
                                      </p:cBhvr>
                                      <p:to>
                                        <p:strVal val="visible"/>
                                      </p:to>
                                    </p:set>
                                    <p:animEffect filter="fade" transition="in">
                                      <p:cBhvr>
                                        <p:cTn dur="2000"/>
                                        <p:tgtEl>
                                          <p:spTgt spid="1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5" st="5"/>
                                            </p:txEl>
                                          </p:spTgt>
                                        </p:tgtEl>
                                        <p:attrNameLst>
                                          <p:attrName>style.visibility</p:attrName>
                                        </p:attrNameLst>
                                      </p:cBhvr>
                                      <p:to>
                                        <p:strVal val="visible"/>
                                      </p:to>
                                    </p:set>
                                    <p:animEffect filter="fade" transition="in">
                                      <p:cBhvr>
                                        <p:cTn dur="2000"/>
                                        <p:tgtEl>
                                          <p:spTgt spid="1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6" st="6"/>
                                            </p:txEl>
                                          </p:spTgt>
                                        </p:tgtEl>
                                        <p:attrNameLst>
                                          <p:attrName>style.visibility</p:attrName>
                                        </p:attrNameLst>
                                      </p:cBhvr>
                                      <p:to>
                                        <p:strVal val="visible"/>
                                      </p:to>
                                    </p:set>
                                    <p:animEffect filter="fade" transition="in">
                                      <p:cBhvr>
                                        <p:cTn dur="2000"/>
                                        <p:tgtEl>
                                          <p:spTgt spid="15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idx="1" type="body"/>
          </p:nvPr>
        </p:nvSpPr>
        <p:spPr>
          <a:xfrm>
            <a:off x="0" y="1000349"/>
            <a:ext cx="8815064" cy="3540282"/>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800"/>
              <a:buNone/>
            </a:pPr>
            <a:r>
              <a:rPr lang="en-US">
                <a:solidFill>
                  <a:schemeClr val="dk1"/>
                </a:solidFill>
              </a:rPr>
              <a:t>	If A is the brother of B; B is the sister of C; and C is the father of D, how D is related to A?</a:t>
            </a:r>
            <a:endParaRPr>
              <a:solidFill>
                <a:schemeClr val="dk1"/>
              </a:solidFill>
            </a:endParaRPr>
          </a:p>
          <a:p>
            <a:pPr indent="0" lvl="0" marL="114300" rtl="0" algn="l">
              <a:lnSpc>
                <a:spcPct val="150000"/>
              </a:lnSpc>
              <a:spcBef>
                <a:spcPts val="0"/>
              </a:spcBef>
              <a:spcAft>
                <a:spcPts val="0"/>
              </a:spcAft>
              <a:buClr>
                <a:schemeClr val="dk1"/>
              </a:buClr>
              <a:buSzPts val="1800"/>
              <a:buNone/>
            </a:pPr>
            <a:r>
              <a:rPr lang="en-US">
                <a:solidFill>
                  <a:schemeClr val="dk1"/>
                </a:solidFill>
              </a:rPr>
              <a:t>A.	Brother</a:t>
            </a:r>
            <a:endParaRPr>
              <a:solidFill>
                <a:schemeClr val="dk1"/>
              </a:solidFill>
            </a:endParaRPr>
          </a:p>
          <a:p>
            <a:pPr indent="0" lvl="0" marL="114300" rtl="0" algn="l">
              <a:lnSpc>
                <a:spcPct val="150000"/>
              </a:lnSpc>
              <a:spcBef>
                <a:spcPts val="0"/>
              </a:spcBef>
              <a:spcAft>
                <a:spcPts val="0"/>
              </a:spcAft>
              <a:buClr>
                <a:schemeClr val="dk1"/>
              </a:buClr>
              <a:buSzPts val="1800"/>
              <a:buNone/>
            </a:pPr>
            <a:r>
              <a:rPr lang="en-US">
                <a:solidFill>
                  <a:schemeClr val="dk1"/>
                </a:solidFill>
              </a:rPr>
              <a:t>B.	Sister</a:t>
            </a:r>
            <a:endParaRPr>
              <a:solidFill>
                <a:schemeClr val="dk1"/>
              </a:solidFill>
            </a:endParaRPr>
          </a:p>
          <a:p>
            <a:pPr indent="0" lvl="0" marL="114300" rtl="0" algn="l">
              <a:lnSpc>
                <a:spcPct val="150000"/>
              </a:lnSpc>
              <a:spcBef>
                <a:spcPts val="0"/>
              </a:spcBef>
              <a:spcAft>
                <a:spcPts val="0"/>
              </a:spcAft>
              <a:buClr>
                <a:schemeClr val="dk1"/>
              </a:buClr>
              <a:buSzPts val="1800"/>
              <a:buNone/>
            </a:pPr>
            <a:r>
              <a:rPr lang="en-US">
                <a:solidFill>
                  <a:schemeClr val="dk1"/>
                </a:solidFill>
              </a:rPr>
              <a:t>C.	Nephew</a:t>
            </a:r>
            <a:endParaRPr>
              <a:solidFill>
                <a:schemeClr val="dk1"/>
              </a:solidFill>
            </a:endParaRPr>
          </a:p>
          <a:p>
            <a:pPr indent="0" lvl="0" marL="114300" rtl="0" algn="l">
              <a:lnSpc>
                <a:spcPct val="150000"/>
              </a:lnSpc>
              <a:spcBef>
                <a:spcPts val="0"/>
              </a:spcBef>
              <a:spcAft>
                <a:spcPts val="0"/>
              </a:spcAft>
              <a:buClr>
                <a:schemeClr val="dk1"/>
              </a:buClr>
              <a:buSzPts val="1800"/>
              <a:buNone/>
            </a:pPr>
            <a:r>
              <a:rPr lang="en-US">
                <a:solidFill>
                  <a:schemeClr val="dk1"/>
                </a:solidFill>
              </a:rPr>
              <a:t>D.	Cannot be determined</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a:p>
            <a:pPr indent="0" lvl="0" marL="114300" rtl="0" algn="l">
              <a:lnSpc>
                <a:spcPct val="150000"/>
              </a:lnSpc>
              <a:spcBef>
                <a:spcPts val="0"/>
              </a:spcBef>
              <a:spcAft>
                <a:spcPts val="0"/>
              </a:spcAft>
              <a:buSzPts val="1800"/>
              <a:buNone/>
            </a:pPr>
            <a:r>
              <a:rPr lang="en-US">
                <a:solidFill>
                  <a:schemeClr val="dk1"/>
                </a:solidFill>
              </a:rPr>
              <a:t>                                                                                                                     Answer: D</a:t>
            </a:r>
            <a:endParaRPr>
              <a:solidFill>
                <a:schemeClr val="dk1"/>
              </a:solidFill>
            </a:endParaRPr>
          </a:p>
          <a:p>
            <a:pPr indent="-342900" lvl="0" marL="457200" rtl="0" algn="l">
              <a:lnSpc>
                <a:spcPct val="150000"/>
              </a:lnSpc>
              <a:spcBef>
                <a:spcPts val="0"/>
              </a:spcBef>
              <a:spcAft>
                <a:spcPts val="0"/>
              </a:spcAft>
              <a:buSzPts val="1800"/>
              <a:buNone/>
            </a:pPr>
            <a:r>
              <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168" name="Google Shape;168;p16"/>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69" name="Google Shape;169;p16"/>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07</a:t>
            </a:r>
            <a:br>
              <a:rPr b="1" lang="en-US" sz="2000">
                <a:solidFill>
                  <a:srgbClr val="FFFFFF"/>
                </a:solidFill>
              </a:rPr>
            </a:br>
            <a:endParaRPr b="1" sz="2000">
              <a:solidFill>
                <a:srgbClr val="FFFFFF"/>
              </a:solidFill>
            </a:endParaRPr>
          </a:p>
        </p:txBody>
      </p:sp>
      <p:pic>
        <p:nvPicPr>
          <p:cNvPr id="170" name="Google Shape;170;p16"/>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7"/>
          <p:cNvSpPr txBox="1"/>
          <p:nvPr>
            <p:ph idx="1" type="body"/>
          </p:nvPr>
        </p:nvSpPr>
        <p:spPr>
          <a:xfrm>
            <a:off x="218941" y="1004552"/>
            <a:ext cx="8613359" cy="3553161"/>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None/>
            </a:pPr>
            <a:r>
              <a:rPr lang="en-US">
                <a:solidFill>
                  <a:schemeClr val="dk1"/>
                </a:solidFill>
              </a:rPr>
              <a:t>If D is Male, the answer is Nephew.</a:t>
            </a:r>
            <a:endParaRPr>
              <a:solidFill>
                <a:schemeClr val="dk1"/>
              </a:solidFill>
            </a:endParaRPr>
          </a:p>
          <a:p>
            <a:pPr indent="-342900" lvl="0" marL="457200" rtl="0" algn="l">
              <a:lnSpc>
                <a:spcPct val="150000"/>
              </a:lnSpc>
              <a:spcBef>
                <a:spcPts val="0"/>
              </a:spcBef>
              <a:spcAft>
                <a:spcPts val="0"/>
              </a:spcAft>
              <a:buSzPts val="1800"/>
              <a:buNone/>
            </a:pPr>
            <a:r>
              <a:t/>
            </a:r>
            <a:endParaRPr>
              <a:solidFill>
                <a:schemeClr val="dk1"/>
              </a:solidFill>
            </a:endParaRPr>
          </a:p>
          <a:p>
            <a:pPr indent="-342900" lvl="0" marL="457200" rtl="0" algn="l">
              <a:lnSpc>
                <a:spcPct val="150000"/>
              </a:lnSpc>
              <a:spcBef>
                <a:spcPts val="0"/>
              </a:spcBef>
              <a:spcAft>
                <a:spcPts val="0"/>
              </a:spcAft>
              <a:buSzPts val="1800"/>
              <a:buNone/>
            </a:pPr>
            <a:r>
              <a:rPr lang="en-US">
                <a:solidFill>
                  <a:schemeClr val="dk1"/>
                </a:solidFill>
              </a:rPr>
              <a:t>If D is Female, the answer is Niece.</a:t>
            </a:r>
            <a:endParaRPr>
              <a:solidFill>
                <a:schemeClr val="dk1"/>
              </a:solidFill>
            </a:endParaRPr>
          </a:p>
          <a:p>
            <a:pPr indent="-342900" lvl="0" marL="457200" rtl="0" algn="l">
              <a:lnSpc>
                <a:spcPct val="150000"/>
              </a:lnSpc>
              <a:spcBef>
                <a:spcPts val="0"/>
              </a:spcBef>
              <a:spcAft>
                <a:spcPts val="0"/>
              </a:spcAft>
              <a:buSzPts val="1800"/>
              <a:buNone/>
            </a:pPr>
            <a:r>
              <a:t/>
            </a:r>
            <a:endParaRPr>
              <a:solidFill>
                <a:schemeClr val="dk1"/>
              </a:solidFill>
            </a:endParaRPr>
          </a:p>
          <a:p>
            <a:pPr indent="-342900" lvl="0" marL="457200" rtl="0" algn="l">
              <a:lnSpc>
                <a:spcPct val="150000"/>
              </a:lnSpc>
              <a:spcBef>
                <a:spcPts val="0"/>
              </a:spcBef>
              <a:spcAft>
                <a:spcPts val="0"/>
              </a:spcAft>
              <a:buSzPts val="1800"/>
              <a:buNone/>
            </a:pPr>
            <a:r>
              <a:rPr lang="en-US">
                <a:solidFill>
                  <a:schemeClr val="dk1"/>
                </a:solidFill>
              </a:rPr>
              <a:t>As the sex of D is not known, hence, the relation between D and A cannot be determined.</a:t>
            </a:r>
            <a:endParaRPr>
              <a:solidFill>
                <a:schemeClr val="dk1"/>
              </a:solidFill>
            </a:endParaRPr>
          </a:p>
        </p:txBody>
      </p:sp>
      <p:pic>
        <p:nvPicPr>
          <p:cNvPr id="176" name="Google Shape;176;p17"/>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77" name="Google Shape;177;p17"/>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07</a:t>
            </a:r>
            <a:br>
              <a:rPr b="1" lang="en-US" sz="2000">
                <a:solidFill>
                  <a:srgbClr val="FFFFFF"/>
                </a:solidFill>
              </a:rPr>
            </a:br>
            <a:endParaRPr b="1" sz="2000">
              <a:solidFill>
                <a:srgbClr val="FFFFFF"/>
              </a:solidFill>
            </a:endParaRPr>
          </a:p>
        </p:txBody>
      </p:sp>
      <p:pic>
        <p:nvPicPr>
          <p:cNvPr id="178" name="Google Shape;178;p17"/>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Effect filter="fade" transition="in">
                                      <p:cBhvr>
                                        <p:cTn dur="1000"/>
                                        <p:tgtEl>
                                          <p:spTgt spid="1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animEffect filter="fade" transition="in">
                                      <p:cBhvr>
                                        <p:cTn dur="1000"/>
                                        <p:tgtEl>
                                          <p:spTgt spid="1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animEffect filter="fade" transition="in">
                                      <p:cBhvr>
                                        <p:cTn dur="1000"/>
                                        <p:tgtEl>
                                          <p:spTgt spid="1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animEffect filter="fade" transition="in">
                                      <p:cBhvr>
                                        <p:cTn dur="1000"/>
                                        <p:tgtEl>
                                          <p:spTgt spid="1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animEffect filter="fade" transition="in">
                                      <p:cBhvr>
                                        <p:cTn dur="1000"/>
                                        <p:tgtEl>
                                          <p:spTgt spid="17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txBox="1"/>
          <p:nvPr>
            <p:ph idx="1" type="body"/>
          </p:nvPr>
        </p:nvSpPr>
        <p:spPr>
          <a:xfrm>
            <a:off x="0" y="826758"/>
            <a:ext cx="8815064" cy="3553161"/>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None/>
            </a:pPr>
            <a:r>
              <a:rPr lang="en-US">
                <a:solidFill>
                  <a:schemeClr val="dk1"/>
                </a:solidFill>
              </a:rPr>
              <a:t>If Neena says, "Anita's father Raman is the only son of my father-in-law</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Mahipal", then how is Bindu, who is the sister of Anita, related to Mahipal?</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Niece</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Daughter</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Wife</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Daughter-in-law</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None of these</a:t>
            </a:r>
            <a:endParaRPr>
              <a:solidFill>
                <a:schemeClr val="dk1"/>
              </a:solidFill>
            </a:endParaRPr>
          </a:p>
          <a:p>
            <a:pPr indent="-342900" lvl="0" marL="457200" rtl="0" algn="l">
              <a:lnSpc>
                <a:spcPct val="150000"/>
              </a:lnSpc>
              <a:spcBef>
                <a:spcPts val="0"/>
              </a:spcBef>
              <a:spcAft>
                <a:spcPts val="0"/>
              </a:spcAft>
              <a:buClr>
                <a:schemeClr val="dk2"/>
              </a:buClr>
              <a:buSzPts val="1800"/>
              <a:buNone/>
            </a:pPr>
            <a:r>
              <a:t/>
            </a:r>
            <a:endParaRPr>
              <a:solidFill>
                <a:schemeClr val="dk1"/>
              </a:solidFill>
            </a:endParaRPr>
          </a:p>
          <a:p>
            <a:pPr indent="0" lvl="0" marL="114300" rtl="0" algn="l">
              <a:lnSpc>
                <a:spcPct val="150000"/>
              </a:lnSpc>
              <a:spcBef>
                <a:spcPts val="0"/>
              </a:spcBef>
              <a:spcAft>
                <a:spcPts val="0"/>
              </a:spcAft>
              <a:buClr>
                <a:schemeClr val="dk1"/>
              </a:buClr>
              <a:buSzPts val="1800"/>
              <a:buNone/>
            </a:pPr>
            <a:r>
              <a:rPr lang="en-US">
                <a:solidFill>
                  <a:schemeClr val="dk1"/>
                </a:solidFill>
              </a:rPr>
              <a:t>                                                                                                                     Answer: E</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184" name="Google Shape;184;p18"/>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85" name="Google Shape;185;p18"/>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08</a:t>
            </a:r>
            <a:br>
              <a:rPr b="1" lang="en-US" sz="2000">
                <a:solidFill>
                  <a:srgbClr val="FFFFFF"/>
                </a:solidFill>
              </a:rPr>
            </a:br>
            <a:endParaRPr b="1" sz="2000">
              <a:solidFill>
                <a:srgbClr val="FFFFFF"/>
              </a:solidFill>
            </a:endParaRPr>
          </a:p>
        </p:txBody>
      </p:sp>
      <p:pic>
        <p:nvPicPr>
          <p:cNvPr id="186" name="Google Shape;186;p18"/>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Effect filter="fade" transition="in">
                                      <p:cBhvr>
                                        <p:cTn dur="2000"/>
                                        <p:tgtEl>
                                          <p:spTgt spid="1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animEffect filter="fade" transition="in">
                                      <p:cBhvr>
                                        <p:cTn dur="2000"/>
                                        <p:tgtEl>
                                          <p:spTgt spid="1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animEffect filter="fade" transition="in">
                                      <p:cBhvr>
                                        <p:cTn dur="2000"/>
                                        <p:tgtEl>
                                          <p:spTgt spid="1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animEffect filter="fade" transition="in">
                                      <p:cBhvr>
                                        <p:cTn dur="2000"/>
                                        <p:tgtEl>
                                          <p:spTgt spid="1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animEffect filter="fade" transition="in">
                                      <p:cBhvr>
                                        <p:cTn dur="2000"/>
                                        <p:tgtEl>
                                          <p:spTgt spid="1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animEffect filter="fade" transition="in">
                                      <p:cBhvr>
                                        <p:cTn dur="2000"/>
                                        <p:tgtEl>
                                          <p:spTgt spid="1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6" st="6"/>
                                            </p:txEl>
                                          </p:spTgt>
                                        </p:tgtEl>
                                        <p:attrNameLst>
                                          <p:attrName>style.visibility</p:attrName>
                                        </p:attrNameLst>
                                      </p:cBhvr>
                                      <p:to>
                                        <p:strVal val="visible"/>
                                      </p:to>
                                    </p:set>
                                    <p:animEffect filter="fade" transition="in">
                                      <p:cBhvr>
                                        <p:cTn dur="2000"/>
                                        <p:tgtEl>
                                          <p:spTgt spid="1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7" st="7"/>
                                            </p:txEl>
                                          </p:spTgt>
                                        </p:tgtEl>
                                        <p:attrNameLst>
                                          <p:attrName>style.visibility</p:attrName>
                                        </p:attrNameLst>
                                      </p:cBhvr>
                                      <p:to>
                                        <p:strVal val="visible"/>
                                      </p:to>
                                    </p:set>
                                    <p:animEffect filter="fade" transition="in">
                                      <p:cBhvr>
                                        <p:cTn dur="2000"/>
                                        <p:tgtEl>
                                          <p:spTgt spid="18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8" st="8"/>
                                            </p:txEl>
                                          </p:spTgt>
                                        </p:tgtEl>
                                        <p:attrNameLst>
                                          <p:attrName>style.visibility</p:attrName>
                                        </p:attrNameLst>
                                      </p:cBhvr>
                                      <p:to>
                                        <p:strVal val="visible"/>
                                      </p:to>
                                    </p:set>
                                    <p:animEffect filter="fade" transition="in">
                                      <p:cBhvr>
                                        <p:cTn dur="2000"/>
                                        <p:tgtEl>
                                          <p:spTgt spid="18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9" st="9"/>
                                            </p:txEl>
                                          </p:spTgt>
                                        </p:tgtEl>
                                        <p:attrNameLst>
                                          <p:attrName>style.visibility</p:attrName>
                                        </p:attrNameLst>
                                      </p:cBhvr>
                                      <p:to>
                                        <p:strVal val="visible"/>
                                      </p:to>
                                    </p:set>
                                    <p:animEffect filter="fade" transition="in">
                                      <p:cBhvr>
                                        <p:cTn dur="2000"/>
                                        <p:tgtEl>
                                          <p:spTgt spid="18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 name="Shape 190"/>
        <p:cNvGrpSpPr/>
        <p:nvPr/>
      </p:nvGrpSpPr>
      <p:grpSpPr>
        <a:xfrm>
          <a:off x="0" y="0"/>
          <a:ext cx="0" cy="0"/>
          <a:chOff x="0" y="0"/>
          <a:chExt cx="0" cy="0"/>
        </a:xfrm>
      </p:grpSpPr>
      <p:sp>
        <p:nvSpPr>
          <p:cNvPr id="191" name="Google Shape;191;p19"/>
          <p:cNvSpPr txBox="1"/>
          <p:nvPr>
            <p:ph idx="1" type="body"/>
          </p:nvPr>
        </p:nvSpPr>
        <p:spPr>
          <a:xfrm>
            <a:off x="309093" y="862885"/>
            <a:ext cx="8523207" cy="3694828"/>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Noto Sans Symbols"/>
              <a:buChar char="⮚"/>
            </a:pPr>
            <a:r>
              <a:rPr lang="en-US">
                <a:solidFill>
                  <a:schemeClr val="dk1"/>
                </a:solidFill>
              </a:rPr>
              <a:t>Only son of Neena' s father-in-law Mahipal - Neena's husband. So, </a:t>
            </a:r>
            <a:endParaRPr>
              <a:solidFill>
                <a:schemeClr val="dk1"/>
              </a:solidFill>
            </a:endParaRPr>
          </a:p>
          <a:p>
            <a:pPr indent="-342900" lvl="0" marL="457200" rtl="0" algn="l">
              <a:lnSpc>
                <a:spcPct val="115000"/>
              </a:lnSpc>
              <a:spcBef>
                <a:spcPts val="0"/>
              </a:spcBef>
              <a:spcAft>
                <a:spcPts val="0"/>
              </a:spcAft>
              <a:buClr>
                <a:schemeClr val="dk1"/>
              </a:buClr>
              <a:buSzPts val="1800"/>
              <a:buNone/>
            </a:pPr>
            <a:r>
              <a:rPr lang="en-US">
                <a:solidFill>
                  <a:schemeClr val="dk1"/>
                </a:solidFill>
              </a:rPr>
              <a:t>Raman is Neena's husband and Anita and Bindu are his daughters. Thus, Bindu </a:t>
            </a:r>
            <a:endParaRPr>
              <a:solidFill>
                <a:schemeClr val="dk1"/>
              </a:solidFill>
            </a:endParaRPr>
          </a:p>
          <a:p>
            <a:pPr indent="-342900" lvl="0" marL="457200" rtl="0" algn="l">
              <a:lnSpc>
                <a:spcPct val="115000"/>
              </a:lnSpc>
              <a:spcBef>
                <a:spcPts val="0"/>
              </a:spcBef>
              <a:spcAft>
                <a:spcPts val="0"/>
              </a:spcAft>
              <a:buClr>
                <a:schemeClr val="dk1"/>
              </a:buClr>
              <a:buSzPts val="1800"/>
              <a:buNone/>
            </a:pPr>
            <a:r>
              <a:rPr lang="en-US">
                <a:solidFill>
                  <a:schemeClr val="dk1"/>
                </a:solidFill>
              </a:rPr>
              <a:t>is granddaughter of Mahipal.</a:t>
            </a:r>
            <a:endParaRPr>
              <a:solidFill>
                <a:schemeClr val="dk1"/>
              </a:solidFill>
            </a:endParaRPr>
          </a:p>
          <a:p>
            <a:pPr indent="-342900" lvl="0" marL="457200" rtl="0" algn="l">
              <a:lnSpc>
                <a:spcPct val="115000"/>
              </a:lnSpc>
              <a:spcBef>
                <a:spcPts val="0"/>
              </a:spcBef>
              <a:spcAft>
                <a:spcPts val="0"/>
              </a:spcAft>
              <a:buSzPts val="1800"/>
              <a:buNone/>
            </a:pPr>
            <a:br>
              <a:rPr lang="en-US"/>
            </a:br>
            <a:endParaRPr>
              <a:solidFill>
                <a:schemeClr val="dk1"/>
              </a:solidFill>
            </a:endParaRPr>
          </a:p>
          <a:p>
            <a:pPr indent="-228600" lvl="0" marL="457200" rtl="0" algn="l">
              <a:lnSpc>
                <a:spcPct val="115000"/>
              </a:lnSpc>
              <a:spcBef>
                <a:spcPts val="0"/>
              </a:spcBef>
              <a:spcAft>
                <a:spcPts val="0"/>
              </a:spcAft>
              <a:buSzPts val="1800"/>
              <a:buFont typeface="Noto Sans Symbols"/>
              <a:buNone/>
            </a:pPr>
            <a:r>
              <a:t/>
            </a:r>
            <a:endParaRPr>
              <a:solidFill>
                <a:schemeClr val="dk1"/>
              </a:solidFill>
            </a:endParaRPr>
          </a:p>
          <a:p>
            <a:pPr indent="-228600" lvl="0" marL="457200" rtl="0" algn="l">
              <a:lnSpc>
                <a:spcPct val="115000"/>
              </a:lnSpc>
              <a:spcBef>
                <a:spcPts val="0"/>
              </a:spcBef>
              <a:spcAft>
                <a:spcPts val="0"/>
              </a:spcAft>
              <a:buSzPts val="1800"/>
              <a:buFont typeface="Noto Sans Symbols"/>
              <a:buNone/>
            </a:pPr>
            <a:r>
              <a:t/>
            </a:r>
            <a:endParaRPr>
              <a:solidFill>
                <a:schemeClr val="dk1"/>
              </a:solidFill>
            </a:endParaRPr>
          </a:p>
          <a:p>
            <a:pPr indent="-228600" lvl="0" marL="457200" rtl="0" algn="l">
              <a:lnSpc>
                <a:spcPct val="115000"/>
              </a:lnSpc>
              <a:spcBef>
                <a:spcPts val="0"/>
              </a:spcBef>
              <a:spcAft>
                <a:spcPts val="0"/>
              </a:spcAft>
              <a:buSzPts val="1800"/>
              <a:buNone/>
            </a:pPr>
            <a:r>
              <a:t/>
            </a:r>
            <a:endParaRPr sz="1600">
              <a:solidFill>
                <a:schemeClr val="dk1"/>
              </a:solidFill>
            </a:endParaRPr>
          </a:p>
        </p:txBody>
      </p:sp>
      <p:pic>
        <p:nvPicPr>
          <p:cNvPr id="192" name="Google Shape;192;p19"/>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193" name="Google Shape;193;p19"/>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08</a:t>
            </a:r>
            <a:br>
              <a:rPr b="1" lang="en-US" sz="2000">
                <a:solidFill>
                  <a:srgbClr val="FFFFFF"/>
                </a:solidFill>
              </a:rPr>
            </a:br>
            <a:endParaRPr b="1" sz="2000">
              <a:solidFill>
                <a:srgbClr val="FFFFFF"/>
              </a:solidFill>
            </a:endParaRPr>
          </a:p>
        </p:txBody>
      </p:sp>
      <p:pic>
        <p:nvPicPr>
          <p:cNvPr id="194" name="Google Shape;194;p19"/>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idx="1" type="body"/>
          </p:nvPr>
        </p:nvSpPr>
        <p:spPr>
          <a:xfrm>
            <a:off x="0" y="839637"/>
            <a:ext cx="8815064" cy="3540282"/>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None/>
            </a:pPr>
            <a:r>
              <a:rPr lang="en-US">
                <a:solidFill>
                  <a:schemeClr val="dk1"/>
                </a:solidFill>
              </a:rPr>
              <a:t>Pointing to a photograph, a person tells his friend, "She is the granddaughter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of the elder brother of my father." How is the girl in the photograph related to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his man?</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Niece</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Sister</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Aunt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Sister-in-law</a:t>
            </a:r>
            <a:endParaRPr>
              <a:solidFill>
                <a:schemeClr val="dk1"/>
              </a:solidFill>
            </a:endParaRPr>
          </a:p>
          <a:p>
            <a:pPr indent="-342900" lvl="0" marL="457200" rtl="0" algn="l">
              <a:lnSpc>
                <a:spcPct val="150000"/>
              </a:lnSpc>
              <a:spcBef>
                <a:spcPts val="0"/>
              </a:spcBef>
              <a:spcAft>
                <a:spcPts val="0"/>
              </a:spcAft>
              <a:buClr>
                <a:schemeClr val="dk2"/>
              </a:buClr>
              <a:buSzPts val="1800"/>
              <a:buNone/>
            </a:pPr>
            <a:r>
              <a:t/>
            </a:r>
            <a:endParaRPr>
              <a:solidFill>
                <a:schemeClr val="dk1"/>
              </a:solidFill>
            </a:endParaRPr>
          </a:p>
          <a:p>
            <a:pPr indent="0" lvl="0" marL="114300" rtl="0" algn="l">
              <a:lnSpc>
                <a:spcPct val="150000"/>
              </a:lnSpc>
              <a:spcBef>
                <a:spcPts val="0"/>
              </a:spcBef>
              <a:spcAft>
                <a:spcPts val="0"/>
              </a:spcAft>
              <a:buClr>
                <a:schemeClr val="dk1"/>
              </a:buClr>
              <a:buSzPts val="1800"/>
              <a:buNone/>
            </a:pPr>
            <a:r>
              <a:rPr lang="en-US">
                <a:solidFill>
                  <a:schemeClr val="dk1"/>
                </a:solidFill>
              </a:rPr>
              <a:t>                                                                                                                     Answer: A</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200" name="Google Shape;200;p20"/>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01" name="Google Shape;201;p20"/>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09</a:t>
            </a:r>
            <a:br>
              <a:rPr b="1" lang="en-US" sz="2000">
                <a:solidFill>
                  <a:srgbClr val="FFFFFF"/>
                </a:solidFill>
              </a:rPr>
            </a:br>
            <a:endParaRPr b="1" sz="2000">
              <a:solidFill>
                <a:srgbClr val="FFFFFF"/>
              </a:solidFill>
            </a:endParaRPr>
          </a:p>
        </p:txBody>
      </p:sp>
      <p:pic>
        <p:nvPicPr>
          <p:cNvPr id="202" name="Google Shape;202;p20"/>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2000"/>
                                        <p:tgtEl>
                                          <p:spTgt spid="1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animEffect filter="fade" transition="in">
                                      <p:cBhvr>
                                        <p:cTn dur="2000"/>
                                        <p:tgtEl>
                                          <p:spTgt spid="1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animEffect filter="fade" transition="in">
                                      <p:cBhvr>
                                        <p:cTn dur="2000"/>
                                        <p:tgtEl>
                                          <p:spTgt spid="1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3" st="3"/>
                                            </p:txEl>
                                          </p:spTgt>
                                        </p:tgtEl>
                                        <p:attrNameLst>
                                          <p:attrName>style.visibility</p:attrName>
                                        </p:attrNameLst>
                                      </p:cBhvr>
                                      <p:to>
                                        <p:strVal val="visible"/>
                                      </p:to>
                                    </p:set>
                                    <p:animEffect filter="fade" transition="in">
                                      <p:cBhvr>
                                        <p:cTn dur="2000"/>
                                        <p:tgtEl>
                                          <p:spTgt spid="1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4" st="4"/>
                                            </p:txEl>
                                          </p:spTgt>
                                        </p:tgtEl>
                                        <p:attrNameLst>
                                          <p:attrName>style.visibility</p:attrName>
                                        </p:attrNameLst>
                                      </p:cBhvr>
                                      <p:to>
                                        <p:strVal val="visible"/>
                                      </p:to>
                                    </p:set>
                                    <p:animEffect filter="fade" transition="in">
                                      <p:cBhvr>
                                        <p:cTn dur="2000"/>
                                        <p:tgtEl>
                                          <p:spTgt spid="1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5" st="5"/>
                                            </p:txEl>
                                          </p:spTgt>
                                        </p:tgtEl>
                                        <p:attrNameLst>
                                          <p:attrName>style.visibility</p:attrName>
                                        </p:attrNameLst>
                                      </p:cBhvr>
                                      <p:to>
                                        <p:strVal val="visible"/>
                                      </p:to>
                                    </p:set>
                                    <p:animEffect filter="fade" transition="in">
                                      <p:cBhvr>
                                        <p:cTn dur="2000"/>
                                        <p:tgtEl>
                                          <p:spTgt spid="1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6" st="6"/>
                                            </p:txEl>
                                          </p:spTgt>
                                        </p:tgtEl>
                                        <p:attrNameLst>
                                          <p:attrName>style.visibility</p:attrName>
                                        </p:attrNameLst>
                                      </p:cBhvr>
                                      <p:to>
                                        <p:strVal val="visible"/>
                                      </p:to>
                                    </p:set>
                                    <p:animEffect filter="fade" transition="in">
                                      <p:cBhvr>
                                        <p:cTn dur="2000"/>
                                        <p:tgtEl>
                                          <p:spTgt spid="1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7" st="7"/>
                                            </p:txEl>
                                          </p:spTgt>
                                        </p:tgtEl>
                                        <p:attrNameLst>
                                          <p:attrName>style.visibility</p:attrName>
                                        </p:attrNameLst>
                                      </p:cBhvr>
                                      <p:to>
                                        <p:strVal val="visible"/>
                                      </p:to>
                                    </p:set>
                                    <p:animEffect filter="fade" transition="in">
                                      <p:cBhvr>
                                        <p:cTn dur="2000"/>
                                        <p:tgtEl>
                                          <p:spTgt spid="1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8" st="8"/>
                                            </p:txEl>
                                          </p:spTgt>
                                        </p:tgtEl>
                                        <p:attrNameLst>
                                          <p:attrName>style.visibility</p:attrName>
                                        </p:attrNameLst>
                                      </p:cBhvr>
                                      <p:to>
                                        <p:strVal val="visible"/>
                                      </p:to>
                                    </p:set>
                                    <p:animEffect filter="fade" transition="in">
                                      <p:cBhvr>
                                        <p:cTn dur="2000"/>
                                        <p:tgtEl>
                                          <p:spTgt spid="1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9" st="9"/>
                                            </p:txEl>
                                          </p:spTgt>
                                        </p:tgtEl>
                                        <p:attrNameLst>
                                          <p:attrName>style.visibility</p:attrName>
                                        </p:attrNameLst>
                                      </p:cBhvr>
                                      <p:to>
                                        <p:strVal val="visible"/>
                                      </p:to>
                                    </p:set>
                                    <p:animEffect filter="fade" transition="in">
                                      <p:cBhvr>
                                        <p:cTn dur="2000"/>
                                        <p:tgtEl>
                                          <p:spTgt spid="19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6" name="Shape 206"/>
        <p:cNvGrpSpPr/>
        <p:nvPr/>
      </p:nvGrpSpPr>
      <p:grpSpPr>
        <a:xfrm>
          <a:off x="0" y="0"/>
          <a:ext cx="0" cy="0"/>
          <a:chOff x="0" y="0"/>
          <a:chExt cx="0" cy="0"/>
        </a:xfrm>
      </p:grpSpPr>
      <p:sp>
        <p:nvSpPr>
          <p:cNvPr id="207" name="Google Shape;207;p21"/>
          <p:cNvSpPr txBox="1"/>
          <p:nvPr>
            <p:ph idx="1" type="body"/>
          </p:nvPr>
        </p:nvSpPr>
        <p:spPr>
          <a:xfrm>
            <a:off x="283335" y="1017431"/>
            <a:ext cx="8548965" cy="3540282"/>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2"/>
              </a:buClr>
              <a:buSzPts val="1800"/>
              <a:buFont typeface="Noto Sans Symbols"/>
              <a:buChar char="⮚"/>
            </a:pPr>
            <a:r>
              <a:rPr lang="en-US"/>
              <a:t>Brother of father - Uncle; uncle's granddaughter - daughter of uncle's </a:t>
            </a:r>
            <a:endParaRPr/>
          </a:p>
          <a:p>
            <a:pPr indent="-342900" lvl="0" marL="457200" rtl="0" algn="l">
              <a:lnSpc>
                <a:spcPct val="150000"/>
              </a:lnSpc>
              <a:spcBef>
                <a:spcPts val="0"/>
              </a:spcBef>
              <a:spcAft>
                <a:spcPts val="0"/>
              </a:spcAft>
              <a:buClr>
                <a:schemeClr val="dk2"/>
              </a:buClr>
              <a:buSzPts val="1800"/>
              <a:buNone/>
            </a:pPr>
            <a:r>
              <a:rPr lang="en-US"/>
              <a:t>son - daughter of cousin - niece.</a:t>
            </a:r>
            <a:endParaRPr>
              <a:solidFill>
                <a:schemeClr val="dk1"/>
              </a:solidFill>
            </a:endParaRPr>
          </a:p>
        </p:txBody>
      </p:sp>
      <p:pic>
        <p:nvPicPr>
          <p:cNvPr id="208" name="Google Shape;208;p21"/>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09" name="Google Shape;209;p21"/>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09</a:t>
            </a:r>
            <a:br>
              <a:rPr b="1" lang="en-US" sz="2000">
                <a:solidFill>
                  <a:srgbClr val="FFFFFF"/>
                </a:solidFill>
              </a:rPr>
            </a:br>
            <a:endParaRPr b="1" sz="2000">
              <a:solidFill>
                <a:srgbClr val="FFFFFF"/>
              </a:solidFill>
            </a:endParaRPr>
          </a:p>
        </p:txBody>
      </p:sp>
      <p:pic>
        <p:nvPicPr>
          <p:cNvPr id="210" name="Google Shape;210;p21"/>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animEffect filter="fade" transition="in">
                                      <p:cBhvr>
                                        <p:cTn dur="1000"/>
                                        <p:tgtEl>
                                          <p:spTgt spid="2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1" st="1"/>
                                            </p:txEl>
                                          </p:spTgt>
                                        </p:tgtEl>
                                        <p:attrNameLst>
                                          <p:attrName>style.visibility</p:attrName>
                                        </p:attrNameLst>
                                      </p:cBhvr>
                                      <p:to>
                                        <p:strVal val="visible"/>
                                      </p:to>
                                    </p:set>
                                    <p:animEffect filter="fade" transition="in">
                                      <p:cBhvr>
                                        <p:cTn dur="1000"/>
                                        <p:tgtEl>
                                          <p:spTgt spid="20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2"/>
          <p:cNvSpPr txBox="1"/>
          <p:nvPr>
            <p:ph idx="1" type="body"/>
          </p:nvPr>
        </p:nvSpPr>
        <p:spPr>
          <a:xfrm>
            <a:off x="0" y="895658"/>
            <a:ext cx="8815064" cy="3553161"/>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None/>
            </a:pPr>
            <a:r>
              <a:rPr lang="en-US">
                <a:solidFill>
                  <a:schemeClr val="dk1"/>
                </a:solidFill>
              </a:rPr>
              <a:t>If A + B means A is the mother of B; A - B means A is the brother B;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A % B  means A is the father of B and A x B means A is the sister of B, which</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of the following shows that P is the maternal uncle of Q?</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Q - N + M x P</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P + S x N – Q</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P - M + N x Q</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Q - S % P</a:t>
            </a:r>
            <a:endParaRPr>
              <a:solidFill>
                <a:schemeClr val="dk1"/>
              </a:solidFill>
            </a:endParaRPr>
          </a:p>
          <a:p>
            <a:pPr indent="0" lvl="0" marL="114300" rtl="0" algn="l">
              <a:lnSpc>
                <a:spcPct val="150000"/>
              </a:lnSpc>
              <a:spcBef>
                <a:spcPts val="0"/>
              </a:spcBef>
              <a:spcAft>
                <a:spcPts val="0"/>
              </a:spcAft>
              <a:buClr>
                <a:schemeClr val="dk2"/>
              </a:buClr>
              <a:buSzPts val="1800"/>
              <a:buNone/>
            </a:pPr>
            <a:r>
              <a:t/>
            </a:r>
            <a:endParaRPr>
              <a:solidFill>
                <a:schemeClr val="dk1"/>
              </a:solidFill>
            </a:endParaRPr>
          </a:p>
          <a:p>
            <a:pPr indent="0" lvl="0" marL="114300" rtl="0" algn="l">
              <a:lnSpc>
                <a:spcPct val="150000"/>
              </a:lnSpc>
              <a:spcBef>
                <a:spcPts val="0"/>
              </a:spcBef>
              <a:spcAft>
                <a:spcPts val="0"/>
              </a:spcAft>
              <a:buClr>
                <a:schemeClr val="dk1"/>
              </a:buClr>
              <a:buSzPts val="1800"/>
              <a:buNone/>
            </a:pPr>
            <a:r>
              <a:rPr lang="en-US">
                <a:solidFill>
                  <a:schemeClr val="dk1"/>
                </a:solidFill>
              </a:rPr>
              <a:t>                                                                                                                     Answer: C</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216" name="Google Shape;216;p22"/>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17" name="Google Shape;217;p22"/>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10</a:t>
            </a:r>
            <a:br>
              <a:rPr b="1" lang="en-US" sz="2000">
                <a:solidFill>
                  <a:srgbClr val="FFFFFF"/>
                </a:solidFill>
              </a:rPr>
            </a:br>
            <a:endParaRPr b="1" sz="2000">
              <a:solidFill>
                <a:srgbClr val="FFFFFF"/>
              </a:solidFill>
            </a:endParaRPr>
          </a:p>
        </p:txBody>
      </p:sp>
      <p:pic>
        <p:nvPicPr>
          <p:cNvPr id="218" name="Google Shape;218;p22"/>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animEffect filter="fade" transition="in">
                                      <p:cBhvr>
                                        <p:cTn dur="2000"/>
                                        <p:tgtEl>
                                          <p:spTgt spid="2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animEffect filter="fade" transition="in">
                                      <p:cBhvr>
                                        <p:cTn dur="2000"/>
                                        <p:tgtEl>
                                          <p:spTgt spid="2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animEffect filter="fade" transition="in">
                                      <p:cBhvr>
                                        <p:cTn dur="2000"/>
                                        <p:tgtEl>
                                          <p:spTgt spid="2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animEffect filter="fade" transition="in">
                                      <p:cBhvr>
                                        <p:cTn dur="2000"/>
                                        <p:tgtEl>
                                          <p:spTgt spid="2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animEffect filter="fade" transition="in">
                                      <p:cBhvr>
                                        <p:cTn dur="2000"/>
                                        <p:tgtEl>
                                          <p:spTgt spid="2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5" st="5"/>
                                            </p:txEl>
                                          </p:spTgt>
                                        </p:tgtEl>
                                        <p:attrNameLst>
                                          <p:attrName>style.visibility</p:attrName>
                                        </p:attrNameLst>
                                      </p:cBhvr>
                                      <p:to>
                                        <p:strVal val="visible"/>
                                      </p:to>
                                    </p:set>
                                    <p:animEffect filter="fade" transition="in">
                                      <p:cBhvr>
                                        <p:cTn dur="2000"/>
                                        <p:tgtEl>
                                          <p:spTgt spid="2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6" st="6"/>
                                            </p:txEl>
                                          </p:spTgt>
                                        </p:tgtEl>
                                        <p:attrNameLst>
                                          <p:attrName>style.visibility</p:attrName>
                                        </p:attrNameLst>
                                      </p:cBhvr>
                                      <p:to>
                                        <p:strVal val="visible"/>
                                      </p:to>
                                    </p:set>
                                    <p:animEffect filter="fade" transition="in">
                                      <p:cBhvr>
                                        <p:cTn dur="2000"/>
                                        <p:tgtEl>
                                          <p:spTgt spid="21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7" st="7"/>
                                            </p:txEl>
                                          </p:spTgt>
                                        </p:tgtEl>
                                        <p:attrNameLst>
                                          <p:attrName>style.visibility</p:attrName>
                                        </p:attrNameLst>
                                      </p:cBhvr>
                                      <p:to>
                                        <p:strVal val="visible"/>
                                      </p:to>
                                    </p:set>
                                    <p:animEffect filter="fade" transition="in">
                                      <p:cBhvr>
                                        <p:cTn dur="2000"/>
                                        <p:tgtEl>
                                          <p:spTgt spid="21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8" st="8"/>
                                            </p:txEl>
                                          </p:spTgt>
                                        </p:tgtEl>
                                        <p:attrNameLst>
                                          <p:attrName>style.visibility</p:attrName>
                                        </p:attrNameLst>
                                      </p:cBhvr>
                                      <p:to>
                                        <p:strVal val="visible"/>
                                      </p:to>
                                    </p:set>
                                    <p:animEffect filter="fade" transition="in">
                                      <p:cBhvr>
                                        <p:cTn dur="2000"/>
                                        <p:tgtEl>
                                          <p:spTgt spid="21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9" st="9"/>
                                            </p:txEl>
                                          </p:spTgt>
                                        </p:tgtEl>
                                        <p:attrNameLst>
                                          <p:attrName>style.visibility</p:attrName>
                                        </p:attrNameLst>
                                      </p:cBhvr>
                                      <p:to>
                                        <p:strVal val="visible"/>
                                      </p:to>
                                    </p:set>
                                    <p:animEffect filter="fade" transition="in">
                                      <p:cBhvr>
                                        <p:cTn dur="2000"/>
                                        <p:tgtEl>
                                          <p:spTgt spid="215">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2" name="Shape 222"/>
        <p:cNvGrpSpPr/>
        <p:nvPr/>
      </p:nvGrpSpPr>
      <p:grpSpPr>
        <a:xfrm>
          <a:off x="0" y="0"/>
          <a:ext cx="0" cy="0"/>
          <a:chOff x="0" y="0"/>
          <a:chExt cx="0" cy="0"/>
        </a:xfrm>
      </p:grpSpPr>
      <p:sp>
        <p:nvSpPr>
          <p:cNvPr id="223" name="Google Shape;223;p23"/>
          <p:cNvSpPr txBox="1"/>
          <p:nvPr>
            <p:ph idx="1" type="body"/>
          </p:nvPr>
        </p:nvSpPr>
        <p:spPr>
          <a:xfrm>
            <a:off x="283335" y="1017431"/>
            <a:ext cx="8548965" cy="3540282"/>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P - M → P is the brother of M</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M + N → M is the mother of N</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N x Q → N is the sister of Q</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Therefore, P is the maternal uncle of Q.</a:t>
            </a:r>
            <a:endParaRPr>
              <a:solidFill>
                <a:schemeClr val="dk1"/>
              </a:solidFill>
            </a:endParaRPr>
          </a:p>
          <a:p>
            <a:pPr indent="0" lvl="0" marL="114300" rtl="0" algn="l">
              <a:lnSpc>
                <a:spcPct val="150000"/>
              </a:lnSpc>
              <a:spcBef>
                <a:spcPts val="0"/>
              </a:spcBef>
              <a:spcAft>
                <a:spcPts val="0"/>
              </a:spcAft>
              <a:buClr>
                <a:schemeClr val="dk2"/>
              </a:buClr>
              <a:buSzPts val="1800"/>
              <a:buFont typeface="Noto Sans Symbols"/>
              <a:buNone/>
            </a:pPr>
            <a:r>
              <a:t/>
            </a:r>
            <a:endParaRPr>
              <a:solidFill>
                <a:schemeClr val="dk1"/>
              </a:solidFill>
            </a:endParaRPr>
          </a:p>
        </p:txBody>
      </p:sp>
      <p:pic>
        <p:nvPicPr>
          <p:cNvPr id="224" name="Google Shape;224;p23"/>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25" name="Google Shape;225;p23"/>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10</a:t>
            </a:r>
            <a:br>
              <a:rPr b="1" lang="en-US" sz="2000">
                <a:solidFill>
                  <a:srgbClr val="FFFFFF"/>
                </a:solidFill>
              </a:rPr>
            </a:br>
            <a:endParaRPr b="1" sz="2000">
              <a:solidFill>
                <a:srgbClr val="FFFFFF"/>
              </a:solidFill>
            </a:endParaRPr>
          </a:p>
        </p:txBody>
      </p:sp>
      <p:pic>
        <p:nvPicPr>
          <p:cNvPr id="226" name="Google Shape;226;p23"/>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0" st="0"/>
                                            </p:txEl>
                                          </p:spTgt>
                                        </p:tgtEl>
                                        <p:attrNameLst>
                                          <p:attrName>style.visibility</p:attrName>
                                        </p:attrNameLst>
                                      </p:cBhvr>
                                      <p:to>
                                        <p:strVal val="visible"/>
                                      </p:to>
                                    </p:set>
                                    <p:animEffect filter="fade" transition="in">
                                      <p:cBhvr>
                                        <p:cTn dur="1000"/>
                                        <p:tgtEl>
                                          <p:spTgt spid="2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1" st="1"/>
                                            </p:txEl>
                                          </p:spTgt>
                                        </p:tgtEl>
                                        <p:attrNameLst>
                                          <p:attrName>style.visibility</p:attrName>
                                        </p:attrNameLst>
                                      </p:cBhvr>
                                      <p:to>
                                        <p:strVal val="visible"/>
                                      </p:to>
                                    </p:set>
                                    <p:animEffect filter="fade" transition="in">
                                      <p:cBhvr>
                                        <p:cTn dur="1000"/>
                                        <p:tgtEl>
                                          <p:spTgt spid="2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2" st="2"/>
                                            </p:txEl>
                                          </p:spTgt>
                                        </p:tgtEl>
                                        <p:attrNameLst>
                                          <p:attrName>style.visibility</p:attrName>
                                        </p:attrNameLst>
                                      </p:cBhvr>
                                      <p:to>
                                        <p:strVal val="visible"/>
                                      </p:to>
                                    </p:set>
                                    <p:animEffect filter="fade" transition="in">
                                      <p:cBhvr>
                                        <p:cTn dur="1000"/>
                                        <p:tgtEl>
                                          <p:spTgt spid="2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3" st="3"/>
                                            </p:txEl>
                                          </p:spTgt>
                                        </p:tgtEl>
                                        <p:attrNameLst>
                                          <p:attrName>style.visibility</p:attrName>
                                        </p:attrNameLst>
                                      </p:cBhvr>
                                      <p:to>
                                        <p:strVal val="visible"/>
                                      </p:to>
                                    </p:set>
                                    <p:animEffect filter="fade" transition="in">
                                      <p:cBhvr>
                                        <p:cTn dur="1000"/>
                                        <p:tgtEl>
                                          <p:spTgt spid="2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4" st="4"/>
                                            </p:txEl>
                                          </p:spTgt>
                                        </p:tgtEl>
                                        <p:attrNameLst>
                                          <p:attrName>style.visibility</p:attrName>
                                        </p:attrNameLst>
                                      </p:cBhvr>
                                      <p:to>
                                        <p:strVal val="visible"/>
                                      </p:to>
                                    </p:set>
                                    <p:animEffect filter="fade" transition="in">
                                      <p:cBhvr>
                                        <p:cTn dur="1000"/>
                                        <p:tgtEl>
                                          <p:spTgt spid="22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ph idx="1" type="body"/>
          </p:nvPr>
        </p:nvSpPr>
        <p:spPr>
          <a:xfrm>
            <a:off x="0" y="839637"/>
            <a:ext cx="8815064" cy="3540282"/>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None/>
            </a:pPr>
            <a:r>
              <a:rPr lang="en-US">
                <a:solidFill>
                  <a:schemeClr val="dk1"/>
                </a:solidFill>
              </a:rPr>
              <a:t>If A + B means A is the father of B; A - B means A is the brother B;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A % B means A is the wife of B and A x B means A is the mother of B, which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of the following shows that M is the maternal grandmother of 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M x N % S + 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M x N - S % 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M x S - N % 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M x N x S % T</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a:p>
            <a:pPr indent="0" lvl="0" marL="114300" rtl="0" algn="l">
              <a:lnSpc>
                <a:spcPct val="150000"/>
              </a:lnSpc>
              <a:spcBef>
                <a:spcPts val="0"/>
              </a:spcBef>
              <a:spcAft>
                <a:spcPts val="0"/>
              </a:spcAft>
              <a:buSzPts val="1800"/>
              <a:buNone/>
            </a:pPr>
            <a:r>
              <a:rPr lang="en-US">
                <a:solidFill>
                  <a:schemeClr val="dk1"/>
                </a:solidFill>
              </a:rPr>
              <a:t>                                                                                                                     Answer: A</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232" name="Google Shape;232;p24"/>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33" name="Google Shape;233;p24"/>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11</a:t>
            </a:r>
            <a:br>
              <a:rPr b="1" lang="en-US" sz="2000">
                <a:solidFill>
                  <a:srgbClr val="FFFFFF"/>
                </a:solidFill>
              </a:rPr>
            </a:br>
            <a:endParaRPr b="1" sz="2000">
              <a:solidFill>
                <a:srgbClr val="FFFFFF"/>
              </a:solidFill>
            </a:endParaRPr>
          </a:p>
        </p:txBody>
      </p:sp>
      <p:pic>
        <p:nvPicPr>
          <p:cNvPr id="234" name="Google Shape;234;p24"/>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Effect filter="fade" transition="in">
                                      <p:cBhvr>
                                        <p:cTn dur="2000"/>
                                        <p:tgtEl>
                                          <p:spTgt spid="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animEffect filter="fade" transition="in">
                                      <p:cBhvr>
                                        <p:cTn dur="2000"/>
                                        <p:tgtEl>
                                          <p:spTgt spid="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animEffect filter="fade" transition="in">
                                      <p:cBhvr>
                                        <p:cTn dur="2000"/>
                                        <p:tgtEl>
                                          <p:spTgt spid="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animEffect filter="fade" transition="in">
                                      <p:cBhvr>
                                        <p:cTn dur="2000"/>
                                        <p:tgtEl>
                                          <p:spTgt spid="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animEffect filter="fade" transition="in">
                                      <p:cBhvr>
                                        <p:cTn dur="2000"/>
                                        <p:tgtEl>
                                          <p:spTgt spid="2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5" st="5"/>
                                            </p:txEl>
                                          </p:spTgt>
                                        </p:tgtEl>
                                        <p:attrNameLst>
                                          <p:attrName>style.visibility</p:attrName>
                                        </p:attrNameLst>
                                      </p:cBhvr>
                                      <p:to>
                                        <p:strVal val="visible"/>
                                      </p:to>
                                    </p:set>
                                    <p:animEffect filter="fade" transition="in">
                                      <p:cBhvr>
                                        <p:cTn dur="2000"/>
                                        <p:tgtEl>
                                          <p:spTgt spid="2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6" st="6"/>
                                            </p:txEl>
                                          </p:spTgt>
                                        </p:tgtEl>
                                        <p:attrNameLst>
                                          <p:attrName>style.visibility</p:attrName>
                                        </p:attrNameLst>
                                      </p:cBhvr>
                                      <p:to>
                                        <p:strVal val="visible"/>
                                      </p:to>
                                    </p:set>
                                    <p:animEffect filter="fade" transition="in">
                                      <p:cBhvr>
                                        <p:cTn dur="2000"/>
                                        <p:tgtEl>
                                          <p:spTgt spid="2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7" st="7"/>
                                            </p:txEl>
                                          </p:spTgt>
                                        </p:tgtEl>
                                        <p:attrNameLst>
                                          <p:attrName>style.visibility</p:attrName>
                                        </p:attrNameLst>
                                      </p:cBhvr>
                                      <p:to>
                                        <p:strVal val="visible"/>
                                      </p:to>
                                    </p:set>
                                    <p:animEffect filter="fade" transition="in">
                                      <p:cBhvr>
                                        <p:cTn dur="2000"/>
                                        <p:tgtEl>
                                          <p:spTgt spid="23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8" st="8"/>
                                            </p:txEl>
                                          </p:spTgt>
                                        </p:tgtEl>
                                        <p:attrNameLst>
                                          <p:attrName>style.visibility</p:attrName>
                                        </p:attrNameLst>
                                      </p:cBhvr>
                                      <p:to>
                                        <p:strVal val="visible"/>
                                      </p:to>
                                    </p:set>
                                    <p:animEffect filter="fade" transition="in">
                                      <p:cBhvr>
                                        <p:cTn dur="2000"/>
                                        <p:tgtEl>
                                          <p:spTgt spid="23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9" st="9"/>
                                            </p:txEl>
                                          </p:spTgt>
                                        </p:tgtEl>
                                        <p:attrNameLst>
                                          <p:attrName>style.visibility</p:attrName>
                                        </p:attrNameLst>
                                      </p:cBhvr>
                                      <p:to>
                                        <p:strVal val="visible"/>
                                      </p:to>
                                    </p:set>
                                    <p:animEffect filter="fade" transition="in">
                                      <p:cBhvr>
                                        <p:cTn dur="2000"/>
                                        <p:tgtEl>
                                          <p:spTgt spid="23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sp>
        <p:nvSpPr>
          <p:cNvPr id="239" name="Google Shape;239;p25"/>
          <p:cNvSpPr txBox="1"/>
          <p:nvPr>
            <p:ph idx="1" type="body"/>
          </p:nvPr>
        </p:nvSpPr>
        <p:spPr>
          <a:xfrm>
            <a:off x="231821" y="927279"/>
            <a:ext cx="8600480" cy="3630434"/>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M x N → M is the mother of N</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N % S → N is the wife of S</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and S + T → is the father of T.</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Hence, M is the maternal grandmother of T.</a:t>
            </a:r>
            <a:endParaRPr>
              <a:solidFill>
                <a:schemeClr val="dk1"/>
              </a:solidFill>
            </a:endParaRPr>
          </a:p>
          <a:p>
            <a:pPr indent="-342900" lvl="0" marL="457200" rtl="0" algn="l">
              <a:lnSpc>
                <a:spcPct val="150000"/>
              </a:lnSpc>
              <a:spcBef>
                <a:spcPts val="0"/>
              </a:spcBef>
              <a:spcAft>
                <a:spcPts val="0"/>
              </a:spcAft>
              <a:buClr>
                <a:schemeClr val="dk2"/>
              </a:buClr>
              <a:buSzPts val="1800"/>
              <a:buNone/>
            </a:pPr>
            <a:r>
              <a:t/>
            </a:r>
            <a:endParaRPr>
              <a:solidFill>
                <a:schemeClr val="dk1"/>
              </a:solidFill>
            </a:endParaRPr>
          </a:p>
        </p:txBody>
      </p:sp>
      <p:pic>
        <p:nvPicPr>
          <p:cNvPr id="240" name="Google Shape;240;p25"/>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41" name="Google Shape;241;p25"/>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11</a:t>
            </a:r>
            <a:br>
              <a:rPr b="1" lang="en-US" sz="2000">
                <a:solidFill>
                  <a:srgbClr val="FFFFFF"/>
                </a:solidFill>
              </a:rPr>
            </a:br>
            <a:endParaRPr b="1" sz="2000">
              <a:solidFill>
                <a:srgbClr val="FFFFFF"/>
              </a:solidFill>
            </a:endParaRPr>
          </a:p>
        </p:txBody>
      </p:sp>
      <p:pic>
        <p:nvPicPr>
          <p:cNvPr id="242" name="Google Shape;242;p25"/>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1000"/>
                                        <p:tgtEl>
                                          <p:spTgt spid="2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Effect filter="fade" transition="in">
                                      <p:cBhvr>
                                        <p:cTn dur="1000"/>
                                        <p:tgtEl>
                                          <p:spTgt spid="2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Effect filter="fade" transition="in">
                                      <p:cBhvr>
                                        <p:cTn dur="1000"/>
                                        <p:tgtEl>
                                          <p:spTgt spid="2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Effect filter="fade" transition="in">
                                      <p:cBhvr>
                                        <p:cTn dur="1000"/>
                                        <p:tgtEl>
                                          <p:spTgt spid="2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animEffect filter="fade" transition="in">
                                      <p:cBhvr>
                                        <p:cTn dur="1000"/>
                                        <p:tgtEl>
                                          <p:spTgt spid="23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6"/>
          <p:cNvSpPr txBox="1"/>
          <p:nvPr>
            <p:ph idx="1" type="body"/>
          </p:nvPr>
        </p:nvSpPr>
        <p:spPr>
          <a:xfrm>
            <a:off x="0" y="839637"/>
            <a:ext cx="8815064" cy="3540282"/>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None/>
            </a:pPr>
            <a:r>
              <a:rPr lang="en-US">
                <a:solidFill>
                  <a:schemeClr val="dk1"/>
                </a:solidFill>
              </a:rPr>
              <a:t>Deepak said to Nitin, "That boy playing with the football is the younger of the</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two brothers of the daughter of my father's wife." How is the boy playing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football related to Deepak?</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Son</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Brother</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Cousin</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Brother-in-law</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a:p>
            <a:pPr indent="0" lvl="0" marL="114300" rtl="0" algn="l">
              <a:lnSpc>
                <a:spcPct val="150000"/>
              </a:lnSpc>
              <a:spcBef>
                <a:spcPts val="0"/>
              </a:spcBef>
              <a:spcAft>
                <a:spcPts val="0"/>
              </a:spcAft>
              <a:buSzPts val="1800"/>
              <a:buNone/>
            </a:pPr>
            <a:r>
              <a:rPr lang="en-US">
                <a:solidFill>
                  <a:schemeClr val="dk1"/>
                </a:solidFill>
              </a:rPr>
              <a:t>                                                                                                                     Answer: B</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248" name="Google Shape;248;p26"/>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49" name="Google Shape;249;p26"/>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12</a:t>
            </a:r>
            <a:br>
              <a:rPr b="1" lang="en-US" sz="2000">
                <a:solidFill>
                  <a:srgbClr val="FFFFFF"/>
                </a:solidFill>
              </a:rPr>
            </a:br>
            <a:endParaRPr b="1" sz="2000">
              <a:solidFill>
                <a:srgbClr val="FFFFFF"/>
              </a:solidFill>
            </a:endParaRPr>
          </a:p>
        </p:txBody>
      </p:sp>
      <p:pic>
        <p:nvPicPr>
          <p:cNvPr id="250" name="Google Shape;250;p26"/>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2000"/>
                                        <p:tgtEl>
                                          <p:spTgt spid="2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animEffect filter="fade" transition="in">
                                      <p:cBhvr>
                                        <p:cTn dur="2000"/>
                                        <p:tgtEl>
                                          <p:spTgt spid="2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animEffect filter="fade" transition="in">
                                      <p:cBhvr>
                                        <p:cTn dur="2000"/>
                                        <p:tgtEl>
                                          <p:spTgt spid="2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3" st="3"/>
                                            </p:txEl>
                                          </p:spTgt>
                                        </p:tgtEl>
                                        <p:attrNameLst>
                                          <p:attrName>style.visibility</p:attrName>
                                        </p:attrNameLst>
                                      </p:cBhvr>
                                      <p:to>
                                        <p:strVal val="visible"/>
                                      </p:to>
                                    </p:set>
                                    <p:animEffect filter="fade" transition="in">
                                      <p:cBhvr>
                                        <p:cTn dur="2000"/>
                                        <p:tgtEl>
                                          <p:spTgt spid="2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4" st="4"/>
                                            </p:txEl>
                                          </p:spTgt>
                                        </p:tgtEl>
                                        <p:attrNameLst>
                                          <p:attrName>style.visibility</p:attrName>
                                        </p:attrNameLst>
                                      </p:cBhvr>
                                      <p:to>
                                        <p:strVal val="visible"/>
                                      </p:to>
                                    </p:set>
                                    <p:animEffect filter="fade" transition="in">
                                      <p:cBhvr>
                                        <p:cTn dur="2000"/>
                                        <p:tgtEl>
                                          <p:spTgt spid="2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5" st="5"/>
                                            </p:txEl>
                                          </p:spTgt>
                                        </p:tgtEl>
                                        <p:attrNameLst>
                                          <p:attrName>style.visibility</p:attrName>
                                        </p:attrNameLst>
                                      </p:cBhvr>
                                      <p:to>
                                        <p:strVal val="visible"/>
                                      </p:to>
                                    </p:set>
                                    <p:animEffect filter="fade" transition="in">
                                      <p:cBhvr>
                                        <p:cTn dur="2000"/>
                                        <p:tgtEl>
                                          <p:spTgt spid="2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6" st="6"/>
                                            </p:txEl>
                                          </p:spTgt>
                                        </p:tgtEl>
                                        <p:attrNameLst>
                                          <p:attrName>style.visibility</p:attrName>
                                        </p:attrNameLst>
                                      </p:cBhvr>
                                      <p:to>
                                        <p:strVal val="visible"/>
                                      </p:to>
                                    </p:set>
                                    <p:animEffect filter="fade" transition="in">
                                      <p:cBhvr>
                                        <p:cTn dur="2000"/>
                                        <p:tgtEl>
                                          <p:spTgt spid="2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7" st="7"/>
                                            </p:txEl>
                                          </p:spTgt>
                                        </p:tgtEl>
                                        <p:attrNameLst>
                                          <p:attrName>style.visibility</p:attrName>
                                        </p:attrNameLst>
                                      </p:cBhvr>
                                      <p:to>
                                        <p:strVal val="visible"/>
                                      </p:to>
                                    </p:set>
                                    <p:animEffect filter="fade" transition="in">
                                      <p:cBhvr>
                                        <p:cTn dur="2000"/>
                                        <p:tgtEl>
                                          <p:spTgt spid="2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8" st="8"/>
                                            </p:txEl>
                                          </p:spTgt>
                                        </p:tgtEl>
                                        <p:attrNameLst>
                                          <p:attrName>style.visibility</p:attrName>
                                        </p:attrNameLst>
                                      </p:cBhvr>
                                      <p:to>
                                        <p:strVal val="visible"/>
                                      </p:to>
                                    </p:set>
                                    <p:animEffect filter="fade" transition="in">
                                      <p:cBhvr>
                                        <p:cTn dur="2000"/>
                                        <p:tgtEl>
                                          <p:spTgt spid="2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9" st="9"/>
                                            </p:txEl>
                                          </p:spTgt>
                                        </p:tgtEl>
                                        <p:attrNameLst>
                                          <p:attrName>style.visibility</p:attrName>
                                        </p:attrNameLst>
                                      </p:cBhvr>
                                      <p:to>
                                        <p:strVal val="visible"/>
                                      </p:to>
                                    </p:set>
                                    <p:animEffect filter="fade" transition="in">
                                      <p:cBhvr>
                                        <p:cTn dur="2000"/>
                                        <p:tgtEl>
                                          <p:spTgt spid="24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4" name="Shape 254"/>
        <p:cNvGrpSpPr/>
        <p:nvPr/>
      </p:nvGrpSpPr>
      <p:grpSpPr>
        <a:xfrm>
          <a:off x="0" y="0"/>
          <a:ext cx="0" cy="0"/>
          <a:chOff x="0" y="0"/>
          <a:chExt cx="0" cy="0"/>
        </a:xfrm>
      </p:grpSpPr>
      <p:sp>
        <p:nvSpPr>
          <p:cNvPr id="255" name="Google Shape;255;p27"/>
          <p:cNvSpPr txBox="1"/>
          <p:nvPr>
            <p:ph idx="1" type="body"/>
          </p:nvPr>
        </p:nvSpPr>
        <p:spPr>
          <a:xfrm>
            <a:off x="283335" y="1017431"/>
            <a:ext cx="8548965" cy="3540282"/>
          </a:xfrm>
          <a:prstGeom prst="rect">
            <a:avLst/>
          </a:prstGeom>
          <a:noFill/>
          <a:ln>
            <a:noFill/>
          </a:ln>
        </p:spPr>
        <p:txBody>
          <a:bodyPr anchorCtr="0" anchor="t" bIns="91425" lIns="91425" spcFirstLastPara="1" rIns="91425" wrap="square" tIns="91425">
            <a:noAutofit/>
          </a:bodyPr>
          <a:lstStyle/>
          <a:p>
            <a:pPr indent="-114300" lvl="0" marL="114300" rtl="0" algn="l">
              <a:lnSpc>
                <a:spcPct val="150000"/>
              </a:lnSpc>
              <a:spcBef>
                <a:spcPts val="0"/>
              </a:spcBef>
              <a:spcAft>
                <a:spcPts val="0"/>
              </a:spcAft>
              <a:buClr>
                <a:schemeClr val="dk1"/>
              </a:buClr>
              <a:buSzPts val="1800"/>
              <a:buFont typeface="Noto Sans Symbols"/>
              <a:buChar char="⮚"/>
            </a:pPr>
            <a:r>
              <a:rPr lang="en-US">
                <a:solidFill>
                  <a:schemeClr val="dk1"/>
                </a:solidFill>
              </a:rPr>
              <a:t> Father's wife → mother. Hence, the daughter of the mother means sister and sister's younger brother means brother. Therefore, the boy is the brother of Deepak.</a:t>
            </a:r>
            <a:endParaRPr>
              <a:solidFill>
                <a:schemeClr val="dk1"/>
              </a:solidFill>
            </a:endParaRPr>
          </a:p>
        </p:txBody>
      </p:sp>
      <p:pic>
        <p:nvPicPr>
          <p:cNvPr id="256" name="Google Shape;256;p27"/>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57" name="Google Shape;257;p27"/>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12</a:t>
            </a:r>
            <a:br>
              <a:rPr b="1" lang="en-US" sz="2000">
                <a:solidFill>
                  <a:srgbClr val="FFFFFF"/>
                </a:solidFill>
              </a:rPr>
            </a:br>
            <a:endParaRPr b="1" sz="2000">
              <a:solidFill>
                <a:srgbClr val="FFFFFF"/>
              </a:solidFill>
            </a:endParaRPr>
          </a:p>
        </p:txBody>
      </p:sp>
      <p:pic>
        <p:nvPicPr>
          <p:cNvPr id="258" name="Google Shape;258;p27"/>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animEffect filter="fade" transition="in">
                                      <p:cBhvr>
                                        <p:cTn dur="1000"/>
                                        <p:tgtEl>
                                          <p:spTgt spid="25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8"/>
          <p:cNvSpPr txBox="1"/>
          <p:nvPr>
            <p:ph idx="1" type="body"/>
          </p:nvPr>
        </p:nvSpPr>
        <p:spPr>
          <a:xfrm>
            <a:off x="0" y="839637"/>
            <a:ext cx="8815064" cy="3540282"/>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800"/>
              <a:buNone/>
            </a:pPr>
            <a:r>
              <a:rPr lang="en-US">
                <a:solidFill>
                  <a:schemeClr val="dk1"/>
                </a:solidFill>
              </a:rPr>
              <a:t>Veena who is the sister-in-law of Ashok, is the daughter-in-law of Kalyani. Dheeraj is the father of Sudeep who is the only brother of Ashok. How Kalyani is related to Ashok?</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Mother-in-law</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Aunt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Wife</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None of these</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a:p>
            <a:pPr indent="0" lvl="0" marL="114300" rtl="0" algn="l">
              <a:lnSpc>
                <a:spcPct val="150000"/>
              </a:lnSpc>
              <a:spcBef>
                <a:spcPts val="0"/>
              </a:spcBef>
              <a:spcAft>
                <a:spcPts val="0"/>
              </a:spcAft>
              <a:buSzPts val="1800"/>
              <a:buNone/>
            </a:pPr>
            <a:r>
              <a:rPr lang="en-US">
                <a:solidFill>
                  <a:schemeClr val="dk1"/>
                </a:solidFill>
              </a:rPr>
              <a:t>                                                                                                                     Answer: D</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264" name="Google Shape;264;p28"/>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65" name="Google Shape;265;p28"/>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13</a:t>
            </a:r>
            <a:br>
              <a:rPr b="1" lang="en-US" sz="2000">
                <a:solidFill>
                  <a:srgbClr val="FFFFFF"/>
                </a:solidFill>
              </a:rPr>
            </a:br>
            <a:endParaRPr b="1" sz="2000">
              <a:solidFill>
                <a:srgbClr val="FFFFFF"/>
              </a:solidFill>
            </a:endParaRPr>
          </a:p>
        </p:txBody>
      </p:sp>
      <p:pic>
        <p:nvPicPr>
          <p:cNvPr id="266" name="Google Shape;266;p28"/>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2000"/>
                                        <p:tgtEl>
                                          <p:spTgt spid="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animEffect filter="fade" transition="in">
                                      <p:cBhvr>
                                        <p:cTn dur="2000"/>
                                        <p:tgtEl>
                                          <p:spTgt spid="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animEffect filter="fade" transition="in">
                                      <p:cBhvr>
                                        <p:cTn dur="2000"/>
                                        <p:tgtEl>
                                          <p:spTgt spid="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animEffect filter="fade" transition="in">
                                      <p:cBhvr>
                                        <p:cTn dur="2000"/>
                                        <p:tgtEl>
                                          <p:spTgt spid="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4" st="4"/>
                                            </p:txEl>
                                          </p:spTgt>
                                        </p:tgtEl>
                                        <p:attrNameLst>
                                          <p:attrName>style.visibility</p:attrName>
                                        </p:attrNameLst>
                                      </p:cBhvr>
                                      <p:to>
                                        <p:strVal val="visible"/>
                                      </p:to>
                                    </p:set>
                                    <p:animEffect filter="fade" transition="in">
                                      <p:cBhvr>
                                        <p:cTn dur="2000"/>
                                        <p:tgtEl>
                                          <p:spTgt spid="2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5" st="5"/>
                                            </p:txEl>
                                          </p:spTgt>
                                        </p:tgtEl>
                                        <p:attrNameLst>
                                          <p:attrName>style.visibility</p:attrName>
                                        </p:attrNameLst>
                                      </p:cBhvr>
                                      <p:to>
                                        <p:strVal val="visible"/>
                                      </p:to>
                                    </p:set>
                                    <p:animEffect filter="fade" transition="in">
                                      <p:cBhvr>
                                        <p:cTn dur="2000"/>
                                        <p:tgtEl>
                                          <p:spTgt spid="2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6" st="6"/>
                                            </p:txEl>
                                          </p:spTgt>
                                        </p:tgtEl>
                                        <p:attrNameLst>
                                          <p:attrName>style.visibility</p:attrName>
                                        </p:attrNameLst>
                                      </p:cBhvr>
                                      <p:to>
                                        <p:strVal val="visible"/>
                                      </p:to>
                                    </p:set>
                                    <p:animEffect filter="fade" transition="in">
                                      <p:cBhvr>
                                        <p:cTn dur="2000"/>
                                        <p:tgtEl>
                                          <p:spTgt spid="2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7" st="7"/>
                                            </p:txEl>
                                          </p:spTgt>
                                        </p:tgtEl>
                                        <p:attrNameLst>
                                          <p:attrName>style.visibility</p:attrName>
                                        </p:attrNameLst>
                                      </p:cBhvr>
                                      <p:to>
                                        <p:strVal val="visible"/>
                                      </p:to>
                                    </p:set>
                                    <p:animEffect filter="fade" transition="in">
                                      <p:cBhvr>
                                        <p:cTn dur="2000"/>
                                        <p:tgtEl>
                                          <p:spTgt spid="26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0" name="Shape 270"/>
        <p:cNvGrpSpPr/>
        <p:nvPr/>
      </p:nvGrpSpPr>
      <p:grpSpPr>
        <a:xfrm>
          <a:off x="0" y="0"/>
          <a:ext cx="0" cy="0"/>
          <a:chOff x="0" y="0"/>
          <a:chExt cx="0" cy="0"/>
        </a:xfrm>
      </p:grpSpPr>
      <p:sp>
        <p:nvSpPr>
          <p:cNvPr id="271" name="Google Shape;271;p29"/>
          <p:cNvSpPr txBox="1"/>
          <p:nvPr>
            <p:ph idx="1" type="body"/>
          </p:nvPr>
        </p:nvSpPr>
        <p:spPr>
          <a:xfrm>
            <a:off x="283335" y="1017431"/>
            <a:ext cx="8548965" cy="3540282"/>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Font typeface="Noto Sans Symbols"/>
              <a:buChar char="⮚"/>
            </a:pPr>
            <a:r>
              <a:rPr lang="en-US">
                <a:solidFill>
                  <a:schemeClr val="dk1"/>
                </a:solidFill>
              </a:rPr>
              <a:t>Ashok is the only brother of Sudeep and Veena is the sister-in-law</a:t>
            </a:r>
            <a:endParaRPr>
              <a:solidFill>
                <a:schemeClr val="dk1"/>
              </a:solidFill>
            </a:endParaRPr>
          </a:p>
          <a:p>
            <a:pPr indent="-342900" lvl="0" marL="457200" rtl="0" algn="l">
              <a:lnSpc>
                <a:spcPct val="150000"/>
              </a:lnSpc>
              <a:spcBef>
                <a:spcPts val="0"/>
              </a:spcBef>
              <a:spcAft>
                <a:spcPts val="0"/>
              </a:spcAft>
              <a:buSzPts val="1800"/>
              <a:buNone/>
            </a:pPr>
            <a:r>
              <a:rPr lang="en-US">
                <a:solidFill>
                  <a:schemeClr val="dk1"/>
                </a:solidFill>
              </a:rPr>
              <a:t> of Ashok. Hence Veena is the wife of Sudeep. Kalyani is the mother-in-law</a:t>
            </a:r>
            <a:endParaRPr>
              <a:solidFill>
                <a:schemeClr val="dk1"/>
              </a:solidFill>
            </a:endParaRPr>
          </a:p>
          <a:p>
            <a:pPr indent="-342900" lvl="0" marL="457200" rtl="0" algn="l">
              <a:lnSpc>
                <a:spcPct val="150000"/>
              </a:lnSpc>
              <a:spcBef>
                <a:spcPts val="0"/>
              </a:spcBef>
              <a:spcAft>
                <a:spcPts val="0"/>
              </a:spcAft>
              <a:buSzPts val="1800"/>
              <a:buNone/>
            </a:pPr>
            <a:r>
              <a:rPr lang="en-US">
                <a:solidFill>
                  <a:schemeClr val="dk1"/>
                </a:solidFill>
              </a:rPr>
              <a:t> of Veena. Kalyani is the mother of Ashok.</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272" name="Google Shape;272;p29"/>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73" name="Google Shape;273;p29"/>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13</a:t>
            </a:r>
            <a:br>
              <a:rPr b="1" lang="en-US" sz="2000">
                <a:solidFill>
                  <a:srgbClr val="FFFFFF"/>
                </a:solidFill>
              </a:rPr>
            </a:br>
            <a:endParaRPr b="1" sz="2000">
              <a:solidFill>
                <a:srgbClr val="FFFFFF"/>
              </a:solidFill>
            </a:endParaRPr>
          </a:p>
        </p:txBody>
      </p:sp>
      <p:pic>
        <p:nvPicPr>
          <p:cNvPr id="274" name="Google Shape;274;p29"/>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0"/>
          <p:cNvSpPr txBox="1"/>
          <p:nvPr>
            <p:ph idx="1" type="body"/>
          </p:nvPr>
        </p:nvSpPr>
        <p:spPr>
          <a:xfrm>
            <a:off x="0" y="922528"/>
            <a:ext cx="8815064" cy="3540282"/>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None/>
            </a:pPr>
            <a:r>
              <a:rPr lang="en-US">
                <a:solidFill>
                  <a:schemeClr val="dk1"/>
                </a:solidFill>
              </a:rPr>
              <a:t>If A + B means B is the brother of A; A x B means B is the husband of A;</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A – B means A is the mother of B and A % B means A is the father of B, which</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of the following relations shows that Q is the grandmother of 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Q - P + R % 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P x Q % R – 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P x Q % R + T</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P + Q % R - T</a:t>
            </a:r>
            <a:endParaRPr>
              <a:solidFill>
                <a:schemeClr val="dk1"/>
              </a:solidFill>
            </a:endParaRPr>
          </a:p>
          <a:p>
            <a:pPr indent="-228600" lvl="0" marL="457200" rtl="0" algn="l">
              <a:lnSpc>
                <a:spcPct val="150000"/>
              </a:lnSpc>
              <a:spcBef>
                <a:spcPts val="0"/>
              </a:spcBef>
              <a:spcAft>
                <a:spcPts val="0"/>
              </a:spcAft>
              <a:buClr>
                <a:schemeClr val="dk2"/>
              </a:buClr>
              <a:buSzPts val="1800"/>
              <a:buFont typeface="Arial"/>
              <a:buNone/>
            </a:pPr>
            <a:r>
              <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                                                                                                                     Answer: A </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280" name="Google Shape;280;p30"/>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81" name="Google Shape;281;p30"/>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14</a:t>
            </a:r>
            <a:br>
              <a:rPr b="1" lang="en-US" sz="2000">
                <a:solidFill>
                  <a:srgbClr val="FFFFFF"/>
                </a:solidFill>
              </a:rPr>
            </a:br>
            <a:endParaRPr b="1" sz="2000">
              <a:solidFill>
                <a:srgbClr val="FFFFFF"/>
              </a:solidFill>
            </a:endParaRPr>
          </a:p>
        </p:txBody>
      </p:sp>
      <p:pic>
        <p:nvPicPr>
          <p:cNvPr id="282" name="Google Shape;282;p30"/>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animEffect filter="fade" transition="in">
                                      <p:cBhvr>
                                        <p:cTn dur="2000"/>
                                        <p:tgtEl>
                                          <p:spTgt spid="2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animEffect filter="fade" transition="in">
                                      <p:cBhvr>
                                        <p:cTn dur="2000"/>
                                        <p:tgtEl>
                                          <p:spTgt spid="2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2" st="2"/>
                                            </p:txEl>
                                          </p:spTgt>
                                        </p:tgtEl>
                                        <p:attrNameLst>
                                          <p:attrName>style.visibility</p:attrName>
                                        </p:attrNameLst>
                                      </p:cBhvr>
                                      <p:to>
                                        <p:strVal val="visible"/>
                                      </p:to>
                                    </p:set>
                                    <p:animEffect filter="fade" transition="in">
                                      <p:cBhvr>
                                        <p:cTn dur="2000"/>
                                        <p:tgtEl>
                                          <p:spTgt spid="2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3" st="3"/>
                                            </p:txEl>
                                          </p:spTgt>
                                        </p:tgtEl>
                                        <p:attrNameLst>
                                          <p:attrName>style.visibility</p:attrName>
                                        </p:attrNameLst>
                                      </p:cBhvr>
                                      <p:to>
                                        <p:strVal val="visible"/>
                                      </p:to>
                                    </p:set>
                                    <p:animEffect filter="fade" transition="in">
                                      <p:cBhvr>
                                        <p:cTn dur="2000"/>
                                        <p:tgtEl>
                                          <p:spTgt spid="2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4" st="4"/>
                                            </p:txEl>
                                          </p:spTgt>
                                        </p:tgtEl>
                                        <p:attrNameLst>
                                          <p:attrName>style.visibility</p:attrName>
                                        </p:attrNameLst>
                                      </p:cBhvr>
                                      <p:to>
                                        <p:strVal val="visible"/>
                                      </p:to>
                                    </p:set>
                                    <p:animEffect filter="fade" transition="in">
                                      <p:cBhvr>
                                        <p:cTn dur="2000"/>
                                        <p:tgtEl>
                                          <p:spTgt spid="2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5" st="5"/>
                                            </p:txEl>
                                          </p:spTgt>
                                        </p:tgtEl>
                                        <p:attrNameLst>
                                          <p:attrName>style.visibility</p:attrName>
                                        </p:attrNameLst>
                                      </p:cBhvr>
                                      <p:to>
                                        <p:strVal val="visible"/>
                                      </p:to>
                                    </p:set>
                                    <p:animEffect filter="fade" transition="in">
                                      <p:cBhvr>
                                        <p:cTn dur="2000"/>
                                        <p:tgtEl>
                                          <p:spTgt spid="2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6" st="6"/>
                                            </p:txEl>
                                          </p:spTgt>
                                        </p:tgtEl>
                                        <p:attrNameLst>
                                          <p:attrName>style.visibility</p:attrName>
                                        </p:attrNameLst>
                                      </p:cBhvr>
                                      <p:to>
                                        <p:strVal val="visible"/>
                                      </p:to>
                                    </p:set>
                                    <p:animEffect filter="fade" transition="in">
                                      <p:cBhvr>
                                        <p:cTn dur="2000"/>
                                        <p:tgtEl>
                                          <p:spTgt spid="2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7" st="7"/>
                                            </p:txEl>
                                          </p:spTgt>
                                        </p:tgtEl>
                                        <p:attrNameLst>
                                          <p:attrName>style.visibility</p:attrName>
                                        </p:attrNameLst>
                                      </p:cBhvr>
                                      <p:to>
                                        <p:strVal val="visible"/>
                                      </p:to>
                                    </p:set>
                                    <p:animEffect filter="fade" transition="in">
                                      <p:cBhvr>
                                        <p:cTn dur="2000"/>
                                        <p:tgtEl>
                                          <p:spTgt spid="2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8" st="8"/>
                                            </p:txEl>
                                          </p:spTgt>
                                        </p:tgtEl>
                                        <p:attrNameLst>
                                          <p:attrName>style.visibility</p:attrName>
                                        </p:attrNameLst>
                                      </p:cBhvr>
                                      <p:to>
                                        <p:strVal val="visible"/>
                                      </p:to>
                                    </p:set>
                                    <p:animEffect filter="fade" transition="in">
                                      <p:cBhvr>
                                        <p:cTn dur="2000"/>
                                        <p:tgtEl>
                                          <p:spTgt spid="27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9" st="9"/>
                                            </p:txEl>
                                          </p:spTgt>
                                        </p:tgtEl>
                                        <p:attrNameLst>
                                          <p:attrName>style.visibility</p:attrName>
                                        </p:attrNameLst>
                                      </p:cBhvr>
                                      <p:to>
                                        <p:strVal val="visible"/>
                                      </p:to>
                                    </p:set>
                                    <p:animEffect filter="fade" transition="in">
                                      <p:cBhvr>
                                        <p:cTn dur="2000"/>
                                        <p:tgtEl>
                                          <p:spTgt spid="27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6" name="Shape 286"/>
        <p:cNvGrpSpPr/>
        <p:nvPr/>
      </p:nvGrpSpPr>
      <p:grpSpPr>
        <a:xfrm>
          <a:off x="0" y="0"/>
          <a:ext cx="0" cy="0"/>
          <a:chOff x="0" y="0"/>
          <a:chExt cx="0" cy="0"/>
        </a:xfrm>
      </p:grpSpPr>
      <p:sp>
        <p:nvSpPr>
          <p:cNvPr id="287" name="Google Shape;287;p31"/>
          <p:cNvSpPr txBox="1"/>
          <p:nvPr>
            <p:ph idx="1" type="body"/>
          </p:nvPr>
        </p:nvSpPr>
        <p:spPr>
          <a:xfrm>
            <a:off x="218941" y="978795"/>
            <a:ext cx="8548965" cy="3540282"/>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Q - P → Q is the mother of P</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P + R → R is the brother of P</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Hence, → q is the mother of R</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R % T → R is the father of T.</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Hence, Q is the grandmother of T.</a:t>
            </a:r>
            <a:endParaRPr>
              <a:solidFill>
                <a:schemeClr val="dk1"/>
              </a:solidFill>
            </a:endParaRPr>
          </a:p>
          <a:p>
            <a:pPr indent="-342900" lvl="0" marL="457200" rtl="0" algn="l">
              <a:lnSpc>
                <a:spcPct val="150000"/>
              </a:lnSpc>
              <a:spcBef>
                <a:spcPts val="0"/>
              </a:spcBef>
              <a:spcAft>
                <a:spcPts val="0"/>
              </a:spcAft>
              <a:buSzPts val="1800"/>
              <a:buNone/>
            </a:pPr>
            <a:r>
              <a:t/>
            </a:r>
            <a:endParaRPr>
              <a:solidFill>
                <a:schemeClr val="dk1"/>
              </a:solidFill>
            </a:endParaRPr>
          </a:p>
        </p:txBody>
      </p:sp>
      <p:pic>
        <p:nvPicPr>
          <p:cNvPr id="288" name="Google Shape;288;p31"/>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89" name="Google Shape;289;p31"/>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14</a:t>
            </a:r>
            <a:br>
              <a:rPr b="1" lang="en-US" sz="2000">
                <a:solidFill>
                  <a:srgbClr val="FFFFFF"/>
                </a:solidFill>
              </a:rPr>
            </a:br>
            <a:endParaRPr b="1" sz="2000">
              <a:solidFill>
                <a:srgbClr val="FFFFFF"/>
              </a:solidFill>
            </a:endParaRPr>
          </a:p>
        </p:txBody>
      </p:sp>
      <p:pic>
        <p:nvPicPr>
          <p:cNvPr id="290" name="Google Shape;290;p31"/>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animEffect filter="fade" transition="in">
                                      <p:cBhvr>
                                        <p:cTn dur="1000"/>
                                        <p:tgtEl>
                                          <p:spTgt spid="2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animEffect filter="fade" transition="in">
                                      <p:cBhvr>
                                        <p:cTn dur="1000"/>
                                        <p:tgtEl>
                                          <p:spTgt spid="2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animEffect filter="fade" transition="in">
                                      <p:cBhvr>
                                        <p:cTn dur="1000"/>
                                        <p:tgtEl>
                                          <p:spTgt spid="2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animEffect filter="fade" transition="in">
                                      <p:cBhvr>
                                        <p:cTn dur="1000"/>
                                        <p:tgtEl>
                                          <p:spTgt spid="2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animEffect filter="fade" transition="in">
                                      <p:cBhvr>
                                        <p:cTn dur="1000"/>
                                        <p:tgtEl>
                                          <p:spTgt spid="2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5" st="5"/>
                                            </p:txEl>
                                          </p:spTgt>
                                        </p:tgtEl>
                                        <p:attrNameLst>
                                          <p:attrName>style.visibility</p:attrName>
                                        </p:attrNameLst>
                                      </p:cBhvr>
                                      <p:to>
                                        <p:strVal val="visible"/>
                                      </p:to>
                                    </p:set>
                                    <p:animEffect filter="fade" transition="in">
                                      <p:cBhvr>
                                        <p:cTn dur="1000"/>
                                        <p:tgtEl>
                                          <p:spTgt spid="28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txBox="1"/>
          <p:nvPr>
            <p:ph idx="1" type="body"/>
          </p:nvPr>
        </p:nvSpPr>
        <p:spPr>
          <a:xfrm>
            <a:off x="1" y="839637"/>
            <a:ext cx="8815064" cy="3540282"/>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800"/>
              <a:buNone/>
            </a:pPr>
            <a:r>
              <a:rPr lang="en-US">
                <a:solidFill>
                  <a:schemeClr val="dk1"/>
                </a:solidFill>
              </a:rPr>
              <a:t>If A3P means A is the mother of P; A4P means A is the brother of P; A9P means A is the husband of P; A5P means A is the daughter of P; Which of the following means that K is the mother-in-law of M?</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M9N3K4J</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M9N5K3J</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K5J9M3</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AutoNum type="alphaUcPeriod"/>
            </a:pPr>
            <a:r>
              <a:rPr lang="en-US">
                <a:solidFill>
                  <a:schemeClr val="dk1"/>
                </a:solidFill>
              </a:rPr>
              <a:t>K9J53M</a:t>
            </a:r>
            <a:endParaRPr>
              <a:solidFill>
                <a:schemeClr val="dk1"/>
              </a:solidFill>
            </a:endParaRPr>
          </a:p>
          <a:p>
            <a:pPr indent="0" lvl="0" marL="114300" rtl="0" algn="l">
              <a:lnSpc>
                <a:spcPct val="150000"/>
              </a:lnSpc>
              <a:spcBef>
                <a:spcPts val="0"/>
              </a:spcBef>
              <a:spcAft>
                <a:spcPts val="0"/>
              </a:spcAft>
              <a:buSzPts val="1800"/>
              <a:buNone/>
            </a:pPr>
            <a:r>
              <a:rPr lang="en-US">
                <a:solidFill>
                  <a:schemeClr val="dk1"/>
                </a:solidFill>
              </a:rPr>
              <a:t>                                                                                                                    </a:t>
            </a:r>
            <a:endParaRPr>
              <a:solidFill>
                <a:schemeClr val="dk1"/>
              </a:solidFill>
            </a:endParaRPr>
          </a:p>
          <a:p>
            <a:pPr indent="0" lvl="0" marL="114300" rtl="0" algn="l">
              <a:lnSpc>
                <a:spcPct val="150000"/>
              </a:lnSpc>
              <a:spcBef>
                <a:spcPts val="0"/>
              </a:spcBef>
              <a:spcAft>
                <a:spcPts val="0"/>
              </a:spcAft>
              <a:buSzPts val="1800"/>
              <a:buNone/>
            </a:pPr>
            <a:r>
              <a:rPr lang="en-US">
                <a:solidFill>
                  <a:schemeClr val="dk1"/>
                </a:solidFill>
              </a:rPr>
              <a:t>                                                                                                                     Answer: B</a:t>
            </a:r>
            <a:endParaRPr>
              <a:solidFill>
                <a:schemeClr val="dk1"/>
              </a:solidFill>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296" name="Google Shape;296;p32"/>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297" name="Google Shape;297;p32"/>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Question: 15</a:t>
            </a:r>
            <a:br>
              <a:rPr b="1" lang="en-US" sz="2000">
                <a:solidFill>
                  <a:srgbClr val="FFFFFF"/>
                </a:solidFill>
              </a:rPr>
            </a:br>
            <a:endParaRPr b="1" sz="2000">
              <a:solidFill>
                <a:srgbClr val="FFFFFF"/>
              </a:solidFill>
            </a:endParaRPr>
          </a:p>
        </p:txBody>
      </p:sp>
      <p:pic>
        <p:nvPicPr>
          <p:cNvPr id="298" name="Google Shape;298;p32"/>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animEffect filter="fade" transition="in">
                                      <p:cBhvr>
                                        <p:cTn dur="2000"/>
                                        <p:tgtEl>
                                          <p:spTgt spid="2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animEffect filter="fade" transition="in">
                                      <p:cBhvr>
                                        <p:cTn dur="2000"/>
                                        <p:tgtEl>
                                          <p:spTgt spid="2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animEffect filter="fade" transition="in">
                                      <p:cBhvr>
                                        <p:cTn dur="2000"/>
                                        <p:tgtEl>
                                          <p:spTgt spid="2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animEffect filter="fade" transition="in">
                                      <p:cBhvr>
                                        <p:cTn dur="2000"/>
                                        <p:tgtEl>
                                          <p:spTgt spid="2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4" st="4"/>
                                            </p:txEl>
                                          </p:spTgt>
                                        </p:tgtEl>
                                        <p:attrNameLst>
                                          <p:attrName>style.visibility</p:attrName>
                                        </p:attrNameLst>
                                      </p:cBhvr>
                                      <p:to>
                                        <p:strVal val="visible"/>
                                      </p:to>
                                    </p:set>
                                    <p:animEffect filter="fade" transition="in">
                                      <p:cBhvr>
                                        <p:cTn dur="2000"/>
                                        <p:tgtEl>
                                          <p:spTgt spid="2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5" st="5"/>
                                            </p:txEl>
                                          </p:spTgt>
                                        </p:tgtEl>
                                        <p:attrNameLst>
                                          <p:attrName>style.visibility</p:attrName>
                                        </p:attrNameLst>
                                      </p:cBhvr>
                                      <p:to>
                                        <p:strVal val="visible"/>
                                      </p:to>
                                    </p:set>
                                    <p:animEffect filter="fade" transition="in">
                                      <p:cBhvr>
                                        <p:cTn dur="2000"/>
                                        <p:tgtEl>
                                          <p:spTgt spid="2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6" st="6"/>
                                            </p:txEl>
                                          </p:spTgt>
                                        </p:tgtEl>
                                        <p:attrNameLst>
                                          <p:attrName>style.visibility</p:attrName>
                                        </p:attrNameLst>
                                      </p:cBhvr>
                                      <p:to>
                                        <p:strVal val="visible"/>
                                      </p:to>
                                    </p:set>
                                    <p:animEffect filter="fade" transition="in">
                                      <p:cBhvr>
                                        <p:cTn dur="2000"/>
                                        <p:tgtEl>
                                          <p:spTgt spid="2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7" st="7"/>
                                            </p:txEl>
                                          </p:spTgt>
                                        </p:tgtEl>
                                        <p:attrNameLst>
                                          <p:attrName>style.visibility</p:attrName>
                                        </p:attrNameLst>
                                      </p:cBhvr>
                                      <p:to>
                                        <p:strVal val="visible"/>
                                      </p:to>
                                    </p:set>
                                    <p:animEffect filter="fade" transition="in">
                                      <p:cBhvr>
                                        <p:cTn dur="2000"/>
                                        <p:tgtEl>
                                          <p:spTgt spid="29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2" name="Shape 302"/>
        <p:cNvGrpSpPr/>
        <p:nvPr/>
      </p:nvGrpSpPr>
      <p:grpSpPr>
        <a:xfrm>
          <a:off x="0" y="0"/>
          <a:ext cx="0" cy="0"/>
          <a:chOff x="0" y="0"/>
          <a:chExt cx="0" cy="0"/>
        </a:xfrm>
      </p:grpSpPr>
      <p:sp>
        <p:nvSpPr>
          <p:cNvPr id="303" name="Google Shape;303;p33"/>
          <p:cNvSpPr txBox="1"/>
          <p:nvPr>
            <p:ph idx="1" type="body"/>
          </p:nvPr>
        </p:nvSpPr>
        <p:spPr>
          <a:xfrm>
            <a:off x="283335" y="1017431"/>
            <a:ext cx="8548965" cy="3540282"/>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M9N → M is the husband of N</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N5K → N is the daughter of K</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Hence, → M is the son-in-law of K</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K3J → K is the mother of J</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Hence, → K is a lady</a:t>
            </a:r>
            <a:endParaRPr>
              <a:solidFill>
                <a:schemeClr val="dk1"/>
              </a:solidFill>
            </a:endParaRPr>
          </a:p>
          <a:p>
            <a:pPr indent="-342900" lvl="0" marL="457200" rtl="0" algn="l">
              <a:lnSpc>
                <a:spcPct val="150000"/>
              </a:lnSpc>
              <a:spcBef>
                <a:spcPts val="0"/>
              </a:spcBef>
              <a:spcAft>
                <a:spcPts val="0"/>
              </a:spcAft>
              <a:buClr>
                <a:schemeClr val="dk1"/>
              </a:buClr>
              <a:buSzPts val="1800"/>
              <a:buFont typeface="Noto Sans Symbols"/>
              <a:buChar char="⮚"/>
            </a:pPr>
            <a:r>
              <a:rPr lang="en-US">
                <a:solidFill>
                  <a:schemeClr val="dk1"/>
                </a:solidFill>
              </a:rPr>
              <a:t>Hence, → K is the mother-in-law of M.</a:t>
            </a:r>
            <a:endParaRPr>
              <a:solidFill>
                <a:schemeClr val="dk1"/>
              </a:solidFill>
            </a:endParaRPr>
          </a:p>
          <a:p>
            <a:pPr indent="-342900" lvl="0" marL="457200" rtl="0" algn="l">
              <a:lnSpc>
                <a:spcPct val="150000"/>
              </a:lnSpc>
              <a:spcBef>
                <a:spcPts val="0"/>
              </a:spcBef>
              <a:spcAft>
                <a:spcPts val="0"/>
              </a:spcAft>
              <a:buClr>
                <a:schemeClr val="dk1"/>
              </a:buClr>
              <a:buSzPts val="1800"/>
              <a:buNone/>
            </a:pPr>
            <a:r>
              <a:rPr lang="en-US">
                <a:solidFill>
                  <a:schemeClr val="dk1"/>
                </a:solidFill>
              </a:rPr>
              <a:t>                            </a:t>
            </a:r>
            <a:endParaRPr>
              <a:solidFill>
                <a:schemeClr val="dk1"/>
              </a:solidFill>
            </a:endParaRPr>
          </a:p>
          <a:p>
            <a:pPr indent="-342900" lvl="0" marL="457200" rtl="0" algn="l">
              <a:lnSpc>
                <a:spcPct val="115000"/>
              </a:lnSpc>
              <a:spcBef>
                <a:spcPts val="0"/>
              </a:spcBef>
              <a:spcAft>
                <a:spcPts val="0"/>
              </a:spcAft>
              <a:buSzPts val="1800"/>
              <a:buNone/>
            </a:pPr>
            <a:r>
              <a:t/>
            </a:r>
            <a:endParaRPr>
              <a:solidFill>
                <a:schemeClr val="dk1"/>
              </a:solidFill>
            </a:endParaRPr>
          </a:p>
          <a:p>
            <a:pPr indent="-34290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None/>
            </a:pPr>
            <a:br>
              <a:rPr lang="en-US"/>
            </a:br>
            <a:endParaRPr/>
          </a:p>
          <a:p>
            <a:pPr indent="0" lvl="0" marL="114300" rtl="0" algn="l">
              <a:lnSpc>
                <a:spcPct val="150000"/>
              </a:lnSpc>
              <a:spcBef>
                <a:spcPts val="0"/>
              </a:spcBef>
              <a:spcAft>
                <a:spcPts val="0"/>
              </a:spcAft>
              <a:buSzPts val="1800"/>
              <a:buNone/>
            </a:pPr>
            <a:r>
              <a:t/>
            </a:r>
            <a:endParaRPr/>
          </a:p>
          <a:p>
            <a:pPr indent="0" lvl="0" marL="114300" rtl="0" algn="l">
              <a:lnSpc>
                <a:spcPct val="150000"/>
              </a:lnSpc>
              <a:spcBef>
                <a:spcPts val="0"/>
              </a:spcBef>
              <a:spcAft>
                <a:spcPts val="0"/>
              </a:spcAft>
              <a:buSzPts val="1800"/>
              <a:buNone/>
            </a:pPr>
            <a:r>
              <a:t/>
            </a:r>
            <a:endParaRPr>
              <a:solidFill>
                <a:schemeClr val="dk1"/>
              </a:solidFill>
            </a:endParaRPr>
          </a:p>
        </p:txBody>
      </p:sp>
      <p:pic>
        <p:nvPicPr>
          <p:cNvPr id="304" name="Google Shape;304;p33"/>
          <p:cNvPicPr preferRelativeResize="0"/>
          <p:nvPr/>
        </p:nvPicPr>
        <p:blipFill rotWithShape="1">
          <a:blip r:embed="rId3">
            <a:alphaModFix/>
          </a:blip>
          <a:srcRect b="0" l="0" r="0" t="0"/>
          <a:stretch/>
        </p:blipFill>
        <p:spPr>
          <a:xfrm>
            <a:off x="7120800" y="233550"/>
            <a:ext cx="1694264" cy="766799"/>
          </a:xfrm>
          <a:prstGeom prst="rect">
            <a:avLst/>
          </a:prstGeom>
          <a:noFill/>
          <a:ln>
            <a:noFill/>
          </a:ln>
        </p:spPr>
      </p:pic>
      <p:sp>
        <p:nvSpPr>
          <p:cNvPr id="305" name="Google Shape;305;p33"/>
          <p:cNvSpPr/>
          <p:nvPr>
            <p:ph type="title"/>
          </p:nvPr>
        </p:nvSpPr>
        <p:spPr>
          <a:xfrm>
            <a:off x="0" y="190500"/>
            <a:ext cx="6903218" cy="573175"/>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br>
              <a:rPr b="1" lang="en-US" sz="2000">
                <a:solidFill>
                  <a:srgbClr val="FFFFFF"/>
                </a:solidFill>
              </a:rPr>
            </a:br>
            <a:r>
              <a:rPr b="1" lang="en-US" sz="2000">
                <a:solidFill>
                  <a:srgbClr val="FFFFFF"/>
                </a:solidFill>
              </a:rPr>
              <a:t> Explanation: 15</a:t>
            </a:r>
            <a:br>
              <a:rPr b="1" lang="en-US" sz="2000">
                <a:solidFill>
                  <a:srgbClr val="FFFFFF"/>
                </a:solidFill>
              </a:rPr>
            </a:br>
            <a:endParaRPr b="1" sz="2000">
              <a:solidFill>
                <a:srgbClr val="FFFFFF"/>
              </a:solidFill>
            </a:endParaRPr>
          </a:p>
        </p:txBody>
      </p:sp>
      <p:pic>
        <p:nvPicPr>
          <p:cNvPr id="306" name="Google Shape;306;p33"/>
          <p:cNvPicPr preferRelativeResize="0"/>
          <p:nvPr/>
        </p:nvPicPr>
        <p:blipFill rotWithShape="1">
          <a:blip r:embed="rId4">
            <a:alphaModFix/>
          </a:blip>
          <a:srcRect b="51129" l="41240" r="-23987" t="9528"/>
          <a:stretch/>
        </p:blipFill>
        <p:spPr>
          <a:xfrm>
            <a:off x="0" y="4143245"/>
            <a:ext cx="4457700" cy="100025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None/>
            </a:pPr>
            <a:r>
              <a:rPr lang="en-US"/>
              <a:t>                           </a:t>
            </a:r>
            <a:endParaRPr/>
          </a:p>
          <a:p>
            <a:pPr indent="-342900" lvl="0" marL="457200" rtl="0" algn="l">
              <a:lnSpc>
                <a:spcPct val="115000"/>
              </a:lnSpc>
              <a:spcBef>
                <a:spcPts val="0"/>
              </a:spcBef>
              <a:spcAft>
                <a:spcPts val="0"/>
              </a:spcAft>
              <a:buSzPts val="1800"/>
              <a:buNone/>
            </a:pPr>
            <a:r>
              <a:rPr lang="en-US"/>
              <a:t>   </a:t>
            </a:r>
            <a:endParaRPr/>
          </a:p>
          <a:p>
            <a:pPr indent="-34290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None/>
            </a:pPr>
            <a:r>
              <a:rPr lang="en-US" sz="3200">
                <a:solidFill>
                  <a:schemeClr val="dk1"/>
                </a:solidFill>
              </a:rPr>
              <a:t>                       THANK YOU</a:t>
            </a:r>
            <a:endParaRPr sz="3200">
              <a:solidFill>
                <a:schemeClr val="dk1"/>
              </a:solidFill>
            </a:endParaRPr>
          </a:p>
        </p:txBody>
      </p:sp>
      <p:pic>
        <p:nvPicPr>
          <p:cNvPr id="312" name="Google Shape;312;p34"/>
          <p:cNvPicPr preferRelativeResize="0"/>
          <p:nvPr/>
        </p:nvPicPr>
        <p:blipFill rotWithShape="1">
          <a:blip r:embed="rId3">
            <a:alphaModFix/>
          </a:blip>
          <a:srcRect b="51129" l="41240" r="-23987" t="9528"/>
          <a:stretch/>
        </p:blipFill>
        <p:spPr>
          <a:xfrm>
            <a:off x="0" y="4143245"/>
            <a:ext cx="4457700" cy="1000255"/>
          </a:xfrm>
          <a:prstGeom prst="rect">
            <a:avLst/>
          </a:prstGeom>
          <a:noFill/>
          <a:ln>
            <a:noFill/>
          </a:ln>
        </p:spPr>
      </p:pic>
      <p:pic>
        <p:nvPicPr>
          <p:cNvPr id="313" name="Google Shape;313;p34"/>
          <p:cNvPicPr preferRelativeResize="0"/>
          <p:nvPr/>
        </p:nvPicPr>
        <p:blipFill rotWithShape="1">
          <a:blip r:embed="rId4">
            <a:alphaModFix/>
          </a:blip>
          <a:srcRect b="0" l="0" r="0" t="0"/>
          <a:stretch/>
        </p:blipFill>
        <p:spPr>
          <a:xfrm>
            <a:off x="7120800" y="233550"/>
            <a:ext cx="1694264" cy="7667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2022-02-17T06:09:07Z</dcterms:created>
  <dc:creator>sushmitha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9237D129B3224A498B3ABA76B1432B2E</vt:lpwstr>
  </property>
  <property fmtid="{D5CDD505-2E9C-101B-9397-08002B2CF9AE}" pid="3" name="KSOProductBuildVer">
    <vt:lpwstr>1033-11.2.0.10311</vt:lpwstr>
  </property>
</Properties>
</file>