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Robo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222">
          <p15:clr>
            <a:srgbClr val="9AA0A6"/>
          </p15:clr>
        </p15:guide>
        <p15:guide id="2" orient="horz" pos="2755">
          <p15:clr>
            <a:srgbClr val="9AA0A6"/>
          </p15:clr>
        </p15:guide>
        <p15:guide id="3" orient="horz" pos="776">
          <p15:clr>
            <a:srgbClr val="9AA0A6"/>
          </p15:clr>
        </p15:guide>
        <p15:guide id="4" pos="206">
          <p15:clr>
            <a:srgbClr val="9AA0A6"/>
          </p15:clr>
        </p15:guide>
        <p15:guide id="5" pos="5553">
          <p15:clr>
            <a:srgbClr val="9AA0A6"/>
          </p15:clr>
        </p15:guide>
        <p15:guide id="6" orient="horz" pos="914">
          <p15:clr>
            <a:srgbClr val="9AA0A6"/>
          </p15:clr>
        </p15:guide>
        <p15:guide id="7" orient="horz" pos="2451">
          <p15:clr>
            <a:srgbClr val="9AA0A6"/>
          </p15:clr>
        </p15:guide>
        <p15:guide id="8" pos="871">
          <p15:clr>
            <a:srgbClr val="9AA0A6"/>
          </p15:clr>
        </p15:guide>
        <p15:guide id="9" pos="2880">
          <p15:clr>
            <a:srgbClr val="9AA0A6"/>
          </p15:clr>
        </p15:guide>
        <p15:guide id="10" pos="4909">
          <p15:clr>
            <a:srgbClr val="9AA0A6"/>
          </p15:clr>
        </p15:guide>
        <p15:guide id="11" orient="horz" pos="2193">
          <p15:clr>
            <a:srgbClr val="9AA0A6"/>
          </p15:clr>
        </p15:guide>
      </p15:sldGuideLst>
    </p:ext>
    <p:ext uri="http://customooxmlschemas.google.com/">
      <go:slidesCustomData xmlns:go="http://customooxmlschemas.google.com/" r:id="rId47" roundtripDataSignature="AMtx7mhcrSujzDaxLrMHOXfGE9DAtVpM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F283F1-A361-4A6F-B120-F8A51AF0B618}">
  <a:tblStyle styleId="{9EF283F1-A361-4A6F-B120-F8A51AF0B61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22"/>
        <p:guide pos="2755" orient="horz"/>
        <p:guide pos="776" orient="horz"/>
        <p:guide pos="206"/>
        <p:guide pos="5553"/>
        <p:guide pos="914" orient="horz"/>
        <p:guide pos="2451" orient="horz"/>
        <p:guide pos="871"/>
        <p:guide pos="2880"/>
        <p:guide pos="4909"/>
        <p:guide pos="219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Roboto-bold.fntdata"/><Relationship Id="rId21" Type="http://schemas.openxmlformats.org/officeDocument/2006/relationships/slide" Target="slides/slide15.xml"/><Relationship Id="rId43" Type="http://schemas.openxmlformats.org/officeDocument/2006/relationships/font" Target="fonts/Roboto-regular.fntdata"/><Relationship Id="rId24" Type="http://schemas.openxmlformats.org/officeDocument/2006/relationships/slide" Target="slides/slide18.xml"/><Relationship Id="rId46" Type="http://schemas.openxmlformats.org/officeDocument/2006/relationships/font" Target="fonts/Roboto-boldItalic.fntdata"/><Relationship Id="rId23" Type="http://schemas.openxmlformats.org/officeDocument/2006/relationships/slide" Target="slides/slide17.xml"/><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Cover Slide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 name="Shape 10"/>
        <p:cNvGrpSpPr/>
        <p:nvPr/>
      </p:nvGrpSpPr>
      <p:grpSpPr>
        <a:xfrm>
          <a:off x="0" y="0"/>
          <a:ext cx="0" cy="0"/>
          <a:chOff x="0" y="0"/>
          <a:chExt cx="0" cy="0"/>
        </a:xfrm>
      </p:grpSpPr>
      <p:sp>
        <p:nvSpPr>
          <p:cNvPr id="11" name="Google Shape;11;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 name="Google Shape;12;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0" name="Google Shape;20;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1" name="Google Shape;2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4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4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4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7" name="Google Shape;3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4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0" name="Google Shape;4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4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4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4" name="Google Shape;44;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hyperlink" Target="https://youtu.be/ihoRLo10CoQ"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1"/>
          <p:cNvPicPr preferRelativeResize="0"/>
          <p:nvPr/>
        </p:nvPicPr>
        <p:blipFill rotWithShape="1">
          <a:blip r:embed="rId3">
            <a:alphaModFix/>
          </a:blip>
          <a:srcRect b="0" l="0" r="0" t="0"/>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p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57" name="Google Shape;57;p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58" name="Google Shape;58;p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Topic Name</a:t>
            </a:r>
            <a:endParaRPr b="0" i="0" sz="2000" u="none" cap="none" strike="noStrike">
              <a:solidFill>
                <a:schemeClr val="lt1"/>
              </a:solidFill>
              <a:latin typeface="Roboto"/>
              <a:ea typeface="Roboto"/>
              <a:cs typeface="Roboto"/>
              <a:sym typeface="Roboto"/>
            </a:endParaRPr>
          </a:p>
        </p:txBody>
      </p:sp>
      <p:sp>
        <p:nvSpPr>
          <p:cNvPr id="59" name="Google Shape;59;p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457200" lvl="0" marL="45720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800"/>
              </a:spcBef>
              <a:spcAft>
                <a:spcPts val="800"/>
              </a:spcAft>
              <a:buClr>
                <a:srgbClr val="000000"/>
              </a:buClr>
              <a:buSzPts val="1400"/>
              <a:buFont typeface="Arial"/>
              <a:buNone/>
            </a:pPr>
            <a:r>
              <a:rPr b="0" i="0" lang="en-GB" sz="1400" u="none" cap="none" strike="noStrike">
                <a:solidFill>
                  <a:srgbClr val="000000"/>
                </a:solidFill>
                <a:latin typeface="Arial"/>
                <a:ea typeface="Arial"/>
                <a:cs typeface="Arial"/>
                <a:sym typeface="Arial"/>
              </a:rPr>
              <a:t>					 </a:t>
            </a:r>
            <a:r>
              <a:rPr b="1" i="0" lang="en-GB" sz="2400" u="none" cap="none" strike="noStrike">
                <a:solidFill>
                  <a:srgbClr val="000000"/>
                </a:solidFill>
                <a:latin typeface="Arial"/>
                <a:ea typeface="Arial"/>
                <a:cs typeface="Arial"/>
                <a:sym typeface="Arial"/>
              </a:rPr>
              <a:t>Data Arrangement(Cross variable Relationship)</a:t>
            </a:r>
            <a:endParaRPr b="1"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1000"/>
                                        <p:tgtEl>
                                          <p:spTgt spid="5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65" name="Google Shape;65;p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66" name="Google Shape;66;p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68" name="Google Shape;68;p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There are seven friends - Brian, Paul, Quasim, Rustam, Sam, Tom and Winston- each of whom likes a different subject among Chemistry, Geography, Physics, Math, Sociology, History and Biology. They are ranked 1 to 7 in their final exams,with 1 being the best rank and the 7 worst. With the help of the information given below, you have to deduce their respective ranks and subjects they like.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8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Quism likes Sociology, and he stands above Tom but below Winston.</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Tom gets the worst rank, and he likes neither Geography nor History.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Sam likes Physics, and he stands above both Qasim and Winston but below paul.</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Rustam gets rank 2, and he likes neither Chemistry nor Math.</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Paul likes Biology, and he hasn’t secured the best rank.</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The student who likes Math gets the best rank.</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Rustam doesn’t like Geography.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74" name="Google Shape;74;p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75" name="Google Shape;75;p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77" name="Google Shape;77;p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78" name="Google Shape;78;p4"/>
          <p:cNvGraphicFramePr/>
          <p:nvPr/>
        </p:nvGraphicFramePr>
        <p:xfrm>
          <a:off x="952538" y="815700"/>
          <a:ext cx="3000000" cy="3000000"/>
        </p:xfrm>
        <a:graphic>
          <a:graphicData uri="http://schemas.openxmlformats.org/drawingml/2006/table">
            <a:tbl>
              <a:tblPr>
                <a:noFill/>
                <a:tableStyleId>{9EF283F1-A361-4A6F-B120-F8A51AF0B618}</a:tableStyleId>
              </a:tblPr>
              <a:tblGrid>
                <a:gridCol w="804325"/>
                <a:gridCol w="804325"/>
                <a:gridCol w="804325"/>
                <a:gridCol w="804325"/>
                <a:gridCol w="804325"/>
                <a:gridCol w="804325"/>
                <a:gridCol w="804325"/>
                <a:gridCol w="804325"/>
                <a:gridCol w="8043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Rank</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Name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Chemistry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Geography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physics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math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sociology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History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Biology</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Brian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Rustam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Paul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4</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Sam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5</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Winston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Quasim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Tom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t>
                      </a:r>
                      <a:endParaRPr sz="1400" u="none" cap="none" strike="noStrike"/>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84" name="Google Shape;84;p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85" name="Google Shape;85;p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87" name="Google Shape;87;p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Note : If you want more information about the problem you can go through the following link: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GB" sz="1400" u="sng" cap="none" strike="noStrike">
                <a:solidFill>
                  <a:schemeClr val="hlink"/>
                </a:solidFill>
                <a:latin typeface="Arial"/>
                <a:ea typeface="Arial"/>
                <a:cs typeface="Arial"/>
                <a:sym typeface="Arial"/>
                <a:hlinkClick r:id="rId5"/>
              </a:rPr>
              <a:t>https://youtu.be/ihoRLo10CoQ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93" name="Google Shape;93;p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94" name="Google Shape;94;p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96" name="Google Shape;96;p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Arial"/>
                <a:ea typeface="Arial"/>
                <a:cs typeface="Arial"/>
                <a:sym typeface="Arial"/>
              </a:rPr>
              <a:t>Akash, Barun, Chethan, Dheeraj, and Gourav are married to paula, Brinda, Linda, garima and ketki, not necessarily in this order. All these couples have a child each. The names of the five children are kapol, dave, chris, raman and nazar, in the no particular order. You need to figure out the complete families based on the information given below.</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80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Gourav is neither married to ketki nor is the father of dave.</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Neither brinda nor garima is the dave’s mother.</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Ketki is the mother of kapol.</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Chethan is the husband of brinda.</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Akash is not married to linda.</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Barun is the father of chris.</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Raman’s mother is paula.</a:t>
            </a:r>
            <a:endParaRPr b="0" i="0" sz="1400" u="none" cap="none" strike="noStrike">
              <a:solidFill>
                <a:schemeClr val="dk1"/>
              </a:solidFill>
              <a:highlight>
                <a:srgbClr val="FFFFFF"/>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02" name="Google Shape;102;p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03" name="Google Shape;103;p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05" name="Google Shape;105;p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6" name="Google Shape;106;p7"/>
          <p:cNvGraphicFramePr/>
          <p:nvPr/>
        </p:nvGraphicFramePr>
        <p:xfrm>
          <a:off x="952500" y="1428750"/>
          <a:ext cx="3000000" cy="3000000"/>
        </p:xfrm>
        <a:graphic>
          <a:graphicData uri="http://schemas.openxmlformats.org/drawingml/2006/table">
            <a:tbl>
              <a:tblPr>
                <a:noFill/>
                <a:tableStyleId>{9EF283F1-A361-4A6F-B120-F8A51AF0B618}</a:tableStyleId>
              </a:tblPr>
              <a:tblGrid>
                <a:gridCol w="1731325"/>
                <a:gridCol w="3094675"/>
                <a:gridCol w="24130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Man</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Wife</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Child</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Akash</a:t>
                      </a:r>
                      <a:endParaRPr sz="14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Kekti</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Kapol</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Barun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Garima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Chris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Chethan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Brinda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Nazar</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Dheeraj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Linda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Dave</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Gourav</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Poula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Raman</a:t>
                      </a:r>
                      <a:endParaRPr sz="14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12" name="Google Shape;112;p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13" name="Google Shape;113;p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15" name="Google Shape;115;p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Note : If you want more information about the problem you can go through the following link:</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chemeClr val="dk1"/>
              </a:buClr>
              <a:buSzPts val="1100"/>
              <a:buFont typeface="Arial"/>
              <a:buNone/>
            </a:pPr>
            <a:r>
              <a:rPr b="0" i="0" lang="en-GB" sz="1400" u="none" cap="none" strike="noStrike">
                <a:solidFill>
                  <a:schemeClr val="dk1"/>
                </a:solidFill>
                <a:latin typeface="Arial"/>
                <a:ea typeface="Arial"/>
                <a:cs typeface="Arial"/>
                <a:sym typeface="Arial"/>
              </a:rPr>
              <a:t>https://youtu.be/ZsBJKKqXIwI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21" name="Google Shape;121;p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22" name="Google Shape;122;p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03</a:t>
            </a:r>
            <a:endParaRPr b="0" i="0" sz="2000" u="none" cap="none" strike="noStrike">
              <a:solidFill>
                <a:schemeClr val="lt1"/>
              </a:solidFill>
              <a:latin typeface="Roboto"/>
              <a:ea typeface="Roboto"/>
              <a:cs typeface="Roboto"/>
              <a:sym typeface="Roboto"/>
            </a:endParaRPr>
          </a:p>
        </p:txBody>
      </p:sp>
      <p:sp>
        <p:nvSpPr>
          <p:cNvPr id="124" name="Google Shape;124;p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highlight>
                  <a:srgbClr val="FFFFFF"/>
                </a:highlight>
                <a:latin typeface="Arial"/>
                <a:ea typeface="Arial"/>
                <a:cs typeface="Arial"/>
                <a:sym typeface="Arial"/>
              </a:rPr>
              <a:t>Rohith, Bendron,porco, Mark and shahid are lawyer, architecture, doctor, waiter and engineer by profession, not necessarily in the same order. They live in different cities among delhi, chicago, london, new york and kolkata, and drives car of different colours black, red, yellow, white, grey, but not necessarily in the same order. Each of them works for either a korean or a japanese  company. You have to arrange all the data about the five persons in a table using the information given below.</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80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The engineer lives in delhi.</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Both the architect and the person who drives a white car work for a japanese company.</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AutoNum type="arabicPeriod"/>
            </a:pPr>
            <a:r>
              <a:rPr lang="en-GB">
                <a:solidFill>
                  <a:schemeClr val="dk1"/>
                </a:solidFill>
                <a:highlight>
                  <a:srgbClr val="FFFFFF"/>
                </a:highlight>
              </a:rPr>
              <a:t>Posco is neither an architect nor lives in london</a:t>
            </a:r>
            <a:endParaRPr>
              <a:solidFill>
                <a:schemeClr val="dk1"/>
              </a:solidFill>
              <a:highlight>
                <a:srgbClr val="FFFFFF"/>
              </a:highlight>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Mark is a lawyer and works for a japanese company.</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Brendon works for a korean company.</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All three- the person who drives a grey car, the person who lives in london, and the one who lives in new york - work for a korean company.</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The architect drives a yellow car.</a:t>
            </a:r>
            <a:endParaRPr b="0" i="0" sz="1400" u="none" cap="none" strike="noStrike">
              <a:solidFill>
                <a:schemeClr val="dk1"/>
              </a:solidFill>
              <a:highlight>
                <a:srgbClr val="FFFFFF"/>
              </a:highlight>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rabicPeriod"/>
            </a:pPr>
            <a:r>
              <a:rPr b="0" i="0" lang="en-GB" sz="1400" u="none" cap="none" strike="noStrike">
                <a:solidFill>
                  <a:schemeClr val="dk1"/>
                </a:solidFill>
                <a:highlight>
                  <a:srgbClr val="FFFFFF"/>
                </a:highlight>
                <a:latin typeface="Arial"/>
                <a:ea typeface="Arial"/>
                <a:cs typeface="Arial"/>
                <a:sym typeface="Arial"/>
              </a:rPr>
              <a:t>Rohith drives neither a yellow nor a grey car.</a:t>
            </a:r>
            <a:endParaRPr b="0" i="0" sz="1400" u="none" cap="none" strike="noStrike">
              <a:solidFill>
                <a:schemeClr val="dk1"/>
              </a:solidFill>
              <a:highlight>
                <a:srgbClr val="FFFFFF"/>
              </a:highlight>
              <a:latin typeface="Arial"/>
              <a:ea typeface="Arial"/>
              <a:cs typeface="Arial"/>
              <a:sym typeface="Arial"/>
            </a:endParaRPr>
          </a:p>
          <a:p>
            <a:pPr indent="0" lvl="0" marL="457200" marR="0" rtl="0" algn="l">
              <a:lnSpc>
                <a:spcPct val="100000"/>
              </a:lnSpc>
              <a:spcBef>
                <a:spcPts val="800"/>
              </a:spcBef>
              <a:spcAft>
                <a:spcPts val="800"/>
              </a:spcAft>
              <a:buClr>
                <a:srgbClr val="000000"/>
              </a:buClr>
              <a:buSzPts val="14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30" name="Google Shape;130;p1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31" name="Google Shape;131;p1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03</a:t>
            </a:r>
            <a:endParaRPr b="0" i="0" sz="2000" u="none" cap="none" strike="noStrike">
              <a:solidFill>
                <a:schemeClr val="lt1"/>
              </a:solidFill>
              <a:latin typeface="Roboto"/>
              <a:ea typeface="Roboto"/>
              <a:cs typeface="Roboto"/>
              <a:sym typeface="Roboto"/>
            </a:endParaRPr>
          </a:p>
        </p:txBody>
      </p:sp>
      <p:sp>
        <p:nvSpPr>
          <p:cNvPr id="133" name="Google Shape;133;p1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  8.   Neither brendon nor rohith is a waiter by profession.</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  9.   Shahid doesn’t live in chicago.</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 10.  The doctor doesn’t drive a red car.</a:t>
            </a:r>
            <a:endParaRPr b="0" i="0" sz="1400" u="none" cap="none" strike="noStrike">
              <a:solidFill>
                <a:schemeClr val="dk1"/>
              </a:solidFill>
              <a:highlight>
                <a:schemeClr val="lt1"/>
              </a:highlight>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39" name="Google Shape;139;p1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40" name="Google Shape;140;p1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42" name="Google Shape;142;p1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43" name="Google Shape;143;p11"/>
          <p:cNvGraphicFramePr/>
          <p:nvPr/>
        </p:nvGraphicFramePr>
        <p:xfrm>
          <a:off x="952500" y="1428750"/>
          <a:ext cx="3000000" cy="3000000"/>
        </p:xfrm>
        <a:graphic>
          <a:graphicData uri="http://schemas.openxmlformats.org/drawingml/2006/table">
            <a:tbl>
              <a:tblPr>
                <a:noFill/>
                <a:tableStyleId>{9EF283F1-A361-4A6F-B120-F8A51AF0B618}</a:tableStyleId>
              </a:tblPr>
              <a:tblGrid>
                <a:gridCol w="1447800"/>
                <a:gridCol w="1447800"/>
                <a:gridCol w="1447800"/>
                <a:gridCol w="1447800"/>
                <a:gridCol w="1447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Name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company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Profession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City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Car colour</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Shahid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Japanese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Architect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Kolkata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Yellow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Mark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Japanese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Lawyer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Chicago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White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Brendon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Korean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Engineer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Delhi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Grey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Rohith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rPr>
                        <a:t>Korean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Doctor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London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Black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Posco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rPr>
                        <a:t>Korean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Driver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New york</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Red </a:t>
                      </a:r>
                      <a:endParaRPr sz="1400" u="none" cap="none" strike="noStrike"/>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49" name="Google Shape;149;p1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50" name="Google Shape;150;p1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52" name="Google Shape;152;p1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59" name="Google Shape;159;p1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60" name="Google Shape;160;p1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62" name="Google Shape;162;p1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1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68" name="Google Shape;168;p1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69" name="Google Shape;169;p1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71" name="Google Shape;171;p1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1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78" name="Google Shape;178;p1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79" name="Google Shape;179;p1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81" name="Google Shape;181;p1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87" name="Google Shape;187;p1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88" name="Google Shape;188;p1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06</a:t>
            </a:r>
            <a:endParaRPr b="0" i="0" sz="2000" u="none" cap="none" strike="noStrike">
              <a:solidFill>
                <a:schemeClr val="lt1"/>
              </a:solidFill>
              <a:latin typeface="Roboto"/>
              <a:ea typeface="Roboto"/>
              <a:cs typeface="Roboto"/>
              <a:sym typeface="Roboto"/>
            </a:endParaRPr>
          </a:p>
        </p:txBody>
      </p:sp>
      <p:sp>
        <p:nvSpPr>
          <p:cNvPr id="190" name="Google Shape;190;p1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1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1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97" name="Google Shape;197;p1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98" name="Google Shape;198;p1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00" name="Google Shape;200;p1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1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06" name="Google Shape;206;p1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07" name="Google Shape;207;p1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07</a:t>
            </a:r>
            <a:endParaRPr b="0" i="0" sz="2000" u="none" cap="none" strike="noStrike">
              <a:solidFill>
                <a:schemeClr val="lt1"/>
              </a:solidFill>
              <a:latin typeface="Roboto"/>
              <a:ea typeface="Roboto"/>
              <a:cs typeface="Roboto"/>
              <a:sym typeface="Roboto"/>
            </a:endParaRPr>
          </a:p>
        </p:txBody>
      </p:sp>
      <p:sp>
        <p:nvSpPr>
          <p:cNvPr id="209" name="Google Shape;209;p1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0" name="Google Shape;210;p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1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16" name="Google Shape;216;p1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17" name="Google Shape;217;p1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07</a:t>
            </a:r>
            <a:endParaRPr b="0" i="0" sz="2000" u="none" cap="none" strike="noStrike">
              <a:solidFill>
                <a:schemeClr val="lt1"/>
              </a:solidFill>
              <a:latin typeface="Roboto"/>
              <a:ea typeface="Roboto"/>
              <a:cs typeface="Roboto"/>
              <a:sym typeface="Roboto"/>
            </a:endParaRPr>
          </a:p>
        </p:txBody>
      </p:sp>
      <p:sp>
        <p:nvSpPr>
          <p:cNvPr id="219" name="Google Shape;219;p1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25" name="Google Shape;225;p2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26" name="Google Shape;226;p2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28" name="Google Shape;228;p2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393A68"/>
              </a:solidFill>
              <a:highlight>
                <a:srgbClr val="FFFFFF"/>
              </a:highlight>
              <a:latin typeface="Arial"/>
              <a:ea typeface="Arial"/>
              <a:cs typeface="Arial"/>
              <a:sym typeface="Arial"/>
            </a:endParaRPr>
          </a:p>
        </p:txBody>
      </p:sp>
      <p:sp>
        <p:nvSpPr>
          <p:cNvPr id="229" name="Google Shape;229;p2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35" name="Google Shape;235;p2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36" name="Google Shape;236;p2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08</a:t>
            </a:r>
            <a:endParaRPr b="0" i="0" sz="2000" u="none" cap="none" strike="noStrike">
              <a:solidFill>
                <a:schemeClr val="lt1"/>
              </a:solidFill>
              <a:latin typeface="Roboto"/>
              <a:ea typeface="Roboto"/>
              <a:cs typeface="Roboto"/>
              <a:sym typeface="Roboto"/>
            </a:endParaRPr>
          </a:p>
        </p:txBody>
      </p:sp>
      <p:sp>
        <p:nvSpPr>
          <p:cNvPr id="238" name="Google Shape;238;p2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44" name="Google Shape;244;p2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45" name="Google Shape;245;p2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47" name="Google Shape;247;p2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54" name="Google Shape;254;p2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55" name="Google Shape;255;p2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57" name="Google Shape;257;p2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2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63" name="Google Shape;263;p2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64" name="Google Shape;264;p2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266" name="Google Shape;266;p2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2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73" name="Google Shape;273;p2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74" name="Google Shape;274;p2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76" name="Google Shape;276;p2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2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82" name="Google Shape;282;p2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83" name="Google Shape;283;p2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85" name="Google Shape;285;p2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2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92" name="Google Shape;292;p2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93" name="Google Shape;293;p2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11</a:t>
            </a:r>
            <a:endParaRPr b="0" i="0" sz="2000" u="none" cap="none" strike="noStrike">
              <a:solidFill>
                <a:schemeClr val="lt1"/>
              </a:solidFill>
              <a:latin typeface="Roboto"/>
              <a:ea typeface="Roboto"/>
              <a:cs typeface="Roboto"/>
              <a:sym typeface="Roboto"/>
            </a:endParaRPr>
          </a:p>
        </p:txBody>
      </p:sp>
      <p:sp>
        <p:nvSpPr>
          <p:cNvPr id="295" name="Google Shape;295;p2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2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01" name="Google Shape;301;p2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02" name="Google Shape;302;p2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12</a:t>
            </a:r>
            <a:endParaRPr b="0" i="0" sz="2000" u="none" cap="none" strike="noStrike">
              <a:solidFill>
                <a:schemeClr val="lt1"/>
              </a:solidFill>
              <a:latin typeface="Roboto"/>
              <a:ea typeface="Roboto"/>
              <a:cs typeface="Roboto"/>
              <a:sym typeface="Roboto"/>
            </a:endParaRPr>
          </a:p>
        </p:txBody>
      </p:sp>
      <p:sp>
        <p:nvSpPr>
          <p:cNvPr id="304" name="Google Shape;304;p2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2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11" name="Google Shape;311;p2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12" name="Google Shape;312;p2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14" name="Google Shape;314;p2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3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20" name="Google Shape;320;p3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21" name="Google Shape;321;p3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13</a:t>
            </a:r>
            <a:endParaRPr b="0" i="0" sz="2000" u="none" cap="none" strike="noStrike">
              <a:solidFill>
                <a:schemeClr val="lt1"/>
              </a:solidFill>
              <a:latin typeface="Roboto"/>
              <a:ea typeface="Roboto"/>
              <a:cs typeface="Roboto"/>
              <a:sym typeface="Roboto"/>
            </a:endParaRPr>
          </a:p>
        </p:txBody>
      </p:sp>
      <p:sp>
        <p:nvSpPr>
          <p:cNvPr id="323" name="Google Shape;323;p3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 name="Google Shape;324;p3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3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30" name="Google Shape;330;p3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31" name="Google Shape;331;p3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33" name="Google Shape;333;p3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3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39" name="Google Shape;339;p3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40" name="Google Shape;340;p3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14</a:t>
            </a:r>
            <a:endParaRPr b="0" i="0" sz="2000" u="none" cap="none" strike="noStrike">
              <a:solidFill>
                <a:schemeClr val="lt1"/>
              </a:solidFill>
              <a:latin typeface="Roboto"/>
              <a:ea typeface="Roboto"/>
              <a:cs typeface="Roboto"/>
              <a:sym typeface="Roboto"/>
            </a:endParaRPr>
          </a:p>
        </p:txBody>
      </p:sp>
      <p:sp>
        <p:nvSpPr>
          <p:cNvPr id="342" name="Google Shape;342;p3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3" name="Google Shape;343;p3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3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49" name="Google Shape;349;p3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50" name="Google Shape;350;p3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52" name="Google Shape;352;p33"/>
          <p:cNvSpPr txBox="1"/>
          <p:nvPr/>
        </p:nvSpPr>
        <p:spPr>
          <a:xfrm>
            <a:off x="327600" y="999450"/>
            <a:ext cx="8394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3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58" name="Google Shape;358;p3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59" name="Google Shape;359;p3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15</a:t>
            </a:r>
            <a:endParaRPr b="0" i="0" sz="2000" u="none" cap="none" strike="noStrike">
              <a:solidFill>
                <a:schemeClr val="lt1"/>
              </a:solidFill>
              <a:latin typeface="Roboto"/>
              <a:ea typeface="Roboto"/>
              <a:cs typeface="Roboto"/>
              <a:sym typeface="Roboto"/>
            </a:endParaRPr>
          </a:p>
        </p:txBody>
      </p:sp>
      <p:sp>
        <p:nvSpPr>
          <p:cNvPr id="361" name="Google Shape;361;p3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3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68" name="Google Shape;368;p3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69" name="Google Shape;369;p3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71" name="Google Shape;371;p3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3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377" name="Google Shape;377;p3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378" name="Google Shape;378;p3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1"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1"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1" sz="2800" u="none" cap="none" strike="noStrike">
              <a:solidFill>
                <a:srgbClr val="000000"/>
              </a:solidFill>
              <a:latin typeface="Arial"/>
              <a:ea typeface="Arial"/>
              <a:cs typeface="Arial"/>
              <a:sym typeface="Arial"/>
            </a:endParaRPr>
          </a:p>
          <a:p>
            <a:pPr indent="457200" lvl="0" marL="2743200" marR="0" rtl="0" algn="l">
              <a:lnSpc>
                <a:spcPct val="100000"/>
              </a:lnSpc>
              <a:spcBef>
                <a:spcPts val="0"/>
              </a:spcBef>
              <a:spcAft>
                <a:spcPts val="0"/>
              </a:spcAft>
              <a:buClr>
                <a:schemeClr val="dk1"/>
              </a:buClr>
              <a:buSzPts val="1100"/>
              <a:buFont typeface="Arial"/>
              <a:buNone/>
            </a:pPr>
            <a:r>
              <a:rPr b="0" i="1" lang="en-GB" sz="2800" u="none" cap="none" strike="noStrike">
                <a:solidFill>
                  <a:srgbClr val="000000"/>
                </a:solidFill>
                <a:latin typeface="Arial"/>
                <a:ea typeface="Arial"/>
                <a:cs typeface="Arial"/>
                <a:sym typeface="Arial"/>
              </a:rPr>
              <a:t>THANK YOU</a:t>
            </a:r>
            <a:endParaRPr b="0" i="1"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1" sz="2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