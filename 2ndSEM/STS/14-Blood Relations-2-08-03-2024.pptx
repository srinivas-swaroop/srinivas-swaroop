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98" r:id="rId5"/>
    <p:sldId id="266" r:id="rId6"/>
    <p:sldId id="268" r:id="rId7"/>
    <p:sldId id="269" r:id="rId8"/>
    <p:sldId id="285" r:id="rId9"/>
    <p:sldId id="286" r:id="rId10"/>
    <p:sldId id="287" r:id="rId11"/>
    <p:sldId id="288" r:id="rId12"/>
    <p:sldId id="291" r:id="rId13"/>
    <p:sldId id="292" r:id="rId14"/>
    <p:sldId id="293" r:id="rId15"/>
    <p:sldId id="294" r:id="rId16"/>
    <p:sldId id="295" r:id="rId17"/>
    <p:sldId id="297" r:id="rId18"/>
    <p:sldId id="299" r:id="rId19"/>
    <p:sldId id="304" r:id="rId20"/>
    <p:sldId id="305" r:id="rId21"/>
    <p:sldId id="306" r:id="rId22"/>
    <p:sldId id="307" r:id="rId23"/>
    <p:sldId id="309" r:id="rId24"/>
    <p:sldId id="311" r:id="rId25"/>
    <p:sldId id="317" r:id="rId26"/>
    <p:sldId id="318" r:id="rId27"/>
    <p:sldId id="323" r:id="rId28"/>
    <p:sldId id="322" r:id="rId29"/>
    <p:sldId id="321" r:id="rId30"/>
    <p:sldId id="320" r:id="rId31"/>
    <p:sldId id="319" r:id="rId32"/>
    <p:sldId id="324" r:id="rId33"/>
    <p:sldId id="325" r:id="rId34"/>
    <p:sldId id="326" r:id="rId35"/>
    <p:sldId id="316" r:id="rId3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9642" autoAdjust="0"/>
  </p:normalViewPr>
  <p:slideViewPr>
    <p:cSldViewPr snapToGrid="0">
      <p:cViewPr>
        <p:scale>
          <a:sx n="108" d="100"/>
          <a:sy n="108" d="100"/>
        </p:scale>
        <p:origin x="-288" y="-24"/>
      </p:cViewPr>
      <p:guideLst>
        <p:guide orient="horz" pos="2772"/>
        <p:guide orient="horz" pos="828"/>
        <p:guide orient="horz" pos="1140"/>
        <p:guide orient="horz" pos="2451"/>
        <p:guide orient="horz" pos="2196"/>
        <p:guide pos="2174"/>
        <p:guide pos="186"/>
        <p:guide pos="5553"/>
        <p:guide pos="888"/>
        <p:guide pos="2879"/>
        <p:guide pos="490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7"/>
        <p:cNvGrpSpPr/>
        <p:nvPr/>
      </p:nvGrpSpPr>
      <p:grpSpPr>
        <a:xfrm>
          <a:off x="0" y="0"/>
          <a:ext cx="0" cy="0"/>
          <a:chOff x="0" y="0"/>
          <a:chExt cx="0" cy="0"/>
        </a:xfrm>
      </p:grpSpPr>
      <p:sp>
        <p:nvSpPr>
          <p:cNvPr id="48" name="Google Shape;4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IN" sz="1100" b="0" i="0" u="none" strike="noStrike" cap="none" dirty="0">
              <a:solidFill>
                <a:srgbClr val="000000"/>
              </a:solidFill>
              <a:effectLst/>
              <a:latin typeface="Arial"/>
              <a:ea typeface="Arial"/>
              <a:cs typeface="Arial"/>
              <a:sym typeface="Arial"/>
            </a:endParaRPr>
          </a:p>
          <a:p>
            <a:pPr marL="158750" indent="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endParaRPr lang="en-IN"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IN"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4"/>
        <p:cNvGrpSpPr/>
        <p:nvPr/>
      </p:nvGrpSpPr>
      <p:grpSpPr>
        <a:xfrm>
          <a:off x="0" y="0"/>
          <a:ext cx="0" cy="0"/>
          <a:chOff x="0" y="0"/>
          <a:chExt cx="0" cy="0"/>
        </a:xfrm>
      </p:grpSpPr>
      <p:sp>
        <p:nvSpPr>
          <p:cNvPr id="65" name="Google Shape;65;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sz="1100" b="0" i="0" u="none" strike="noStrike" cap="none" dirty="0">
              <a:solidFill>
                <a:srgbClr val="000000"/>
              </a:solidFill>
              <a:effectLst/>
              <a:latin typeface="Arial"/>
              <a:ea typeface="Arial"/>
              <a:cs typeface="Arial"/>
              <a:sym typeface="Arial"/>
            </a:endParaRPr>
          </a:p>
          <a:p>
            <a:pPr marL="158750" indent="0">
              <a:buNone/>
            </a:pPr>
            <a:endParaRPr lang="en-I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sz="1100" b="0" i="0" u="none" strike="noStrike" cap="none" dirty="0">
              <a:solidFill>
                <a:srgbClr val="000000"/>
              </a:solidFill>
              <a:effectLst/>
              <a:latin typeface="Arial"/>
              <a:ea typeface="Arial"/>
              <a:cs typeface="Arial"/>
              <a:sym typeface="Arial"/>
            </a:endParaRPr>
          </a:p>
          <a:p>
            <a:pPr marL="158750" indent="0">
              <a:buNone/>
            </a:pPr>
            <a:endParaRPr lang="en-I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sz="1100" b="0" i="0" u="none" strike="noStrike" cap="none" dirty="0">
              <a:solidFill>
                <a:srgbClr val="000000"/>
              </a:solidFill>
              <a:effectLst/>
              <a:latin typeface="Arial"/>
              <a:ea typeface="Arial"/>
              <a:cs typeface="Arial"/>
              <a:sym typeface="Arial"/>
            </a:endParaRPr>
          </a:p>
          <a:p>
            <a:pPr marL="158750" indent="0">
              <a:buNone/>
            </a:pPr>
            <a:endParaRPr lang="en-I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sz="1100" b="0" i="0" u="none" strike="noStrike" cap="none" dirty="0">
              <a:solidFill>
                <a:srgbClr val="000000"/>
              </a:solidFill>
              <a:effectLst/>
              <a:latin typeface="Arial"/>
              <a:ea typeface="Arial"/>
              <a:cs typeface="Arial"/>
              <a:sym typeface="Arial"/>
            </a:endParaRPr>
          </a:p>
          <a:p>
            <a:pPr marL="158750" indent="0">
              <a:buNone/>
            </a:pPr>
            <a:endParaRPr lang="en-I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sz="1100" b="0" i="0" u="none" strike="noStrike" cap="none" dirty="0">
              <a:solidFill>
                <a:srgbClr val="000000"/>
              </a:solidFill>
              <a:effectLst/>
              <a:latin typeface="Arial"/>
              <a:ea typeface="Arial"/>
              <a:cs typeface="Arial"/>
              <a:sym typeface="Arial"/>
            </a:endParaRPr>
          </a:p>
          <a:p>
            <a:pPr marL="158750" indent="0">
              <a:buNone/>
            </a:pPr>
            <a:endParaRPr lang="en-I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sz="1100" b="0" i="0" u="none" strike="noStrike" cap="none" dirty="0">
              <a:solidFill>
                <a:srgbClr val="000000"/>
              </a:solidFill>
              <a:effectLst/>
              <a:latin typeface="Arial"/>
              <a:ea typeface="Arial"/>
              <a:cs typeface="Arial"/>
              <a:sym typeface="Arial"/>
            </a:endParaRPr>
          </a:p>
          <a:p>
            <a:pPr marL="158750" indent="0">
              <a:buNone/>
            </a:pPr>
            <a:endParaRPr lang="en-I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sz="1100" b="0" i="0" u="none" strike="noStrike" cap="none" dirty="0">
              <a:solidFill>
                <a:srgbClr val="000000"/>
              </a:solidFill>
              <a:effectLst/>
              <a:latin typeface="Arial"/>
              <a:ea typeface="Arial"/>
              <a:cs typeface="Arial"/>
              <a:sym typeface="Arial"/>
            </a:endParaRPr>
          </a:p>
          <a:p>
            <a:pPr marL="158750" indent="0">
              <a:buNone/>
            </a:pPr>
            <a:endParaRPr lang="en-I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sz="1100" b="0" i="0" u="none" strike="noStrike" cap="none" dirty="0">
              <a:solidFill>
                <a:srgbClr val="000000"/>
              </a:solidFill>
              <a:effectLst/>
              <a:latin typeface="Arial"/>
              <a:ea typeface="Arial"/>
              <a:cs typeface="Arial"/>
              <a:sym typeface="Arial"/>
            </a:endParaRPr>
          </a:p>
          <a:p>
            <a:pPr marL="158750" indent="0">
              <a:buNone/>
            </a:pPr>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 name="Google Shape;15;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p:txBody>
      </p:sp>
      <p:sp>
        <p:nvSpPr>
          <p:cNvPr id="16" name="Google Shape;16;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1" name="Google Shape;3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34;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 name="Google Shape;35;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 name="Google Shape;36;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p:txBody>
      </p:sp>
      <p:sp>
        <p:nvSpPr>
          <p:cNvPr id="37" name="Google Shape;3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p:txBody>
      </p:sp>
      <p:sp>
        <p:nvSpPr>
          <p:cNvPr id="40" name="Google Shape;4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 name="Google Shape;43;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p:txBody>
      </p:sp>
      <p:sp>
        <p:nvSpPr>
          <p:cNvPr id="44" name="Google Shape;44;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
    <p:spTree>
      <p:nvGrpSpPr>
        <p:cNvPr id="1" name=""/>
        <p:cNvGrpSpPr/>
        <p:nvPr/>
      </p:nvGrpSpPr>
      <p:grpSpPr>
        <a:xfrm>
          <a:off x="0" y="0"/>
          <a:ext cx="0" cy="0"/>
          <a:chOff x="0" y="0"/>
          <a:chExt cx="0" cy="0"/>
        </a:xfrm>
      </p:grpSpPr>
      <p:pic>
        <p:nvPicPr>
          <p:cNvPr id="10" name="Picture 9" descr="A close up of a logo&#10;&#10;Description generated with high confidenc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76800" y="183600"/>
            <a:ext cx="1022401" cy="766801"/>
          </a:xfrm>
          <a:prstGeom prst="rect">
            <a:avLst/>
          </a:prstGeom>
        </p:spPr>
      </p:pic>
      <p:pic>
        <p:nvPicPr>
          <p:cNvPr id="18" name="Picture 17" descr="A picture containing colorful, colored&#10;&#10;Description generated with very high confidence"/>
          <p:cNvPicPr>
            <a:picLocks noChangeAspect="1"/>
          </p:cNvPicPr>
          <p:nvPr userDrawn="1"/>
        </p:nvPicPr>
        <p:blipFill rotWithShape="1">
          <a:blip r:embed="rId3">
            <a:extLst>
              <a:ext uri="{28A0092B-C50C-407E-A947-70E740481C1C}">
                <a14:useLocalDpi xmlns:a14="http://schemas.microsoft.com/office/drawing/2010/main" val="0"/>
              </a:ext>
            </a:extLst>
          </a:blip>
          <a:srcRect t="55603" b="37531"/>
          <a:stretch>
            <a:fillRect/>
          </a:stretch>
        </p:blipFill>
        <p:spPr>
          <a:xfrm>
            <a:off x="0" y="4849200"/>
            <a:ext cx="9144000" cy="294300"/>
          </a:xfrm>
          <a:prstGeom prst="rect">
            <a:avLst/>
          </a:prstGeom>
        </p:spPr>
      </p:pic>
      <p:sp>
        <p:nvSpPr>
          <p:cNvPr id="13" name="Oval 12"/>
          <p:cNvSpPr/>
          <p:nvPr userDrawn="1"/>
        </p:nvSpPr>
        <p:spPr>
          <a:xfrm>
            <a:off x="8946830" y="4943496"/>
            <a:ext cx="57600" cy="43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p>
        </p:txBody>
      </p:sp>
      <p:sp>
        <p:nvSpPr>
          <p:cNvPr id="25" name="Oval 24"/>
          <p:cNvSpPr/>
          <p:nvPr userDrawn="1"/>
        </p:nvSpPr>
        <p:spPr>
          <a:xfrm>
            <a:off x="8870400" y="4943496"/>
            <a:ext cx="57600" cy="43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p>
        </p:txBody>
      </p:sp>
      <p:sp>
        <p:nvSpPr>
          <p:cNvPr id="26" name="Oval 25"/>
          <p:cNvSpPr/>
          <p:nvPr userDrawn="1"/>
        </p:nvSpPr>
        <p:spPr>
          <a:xfrm>
            <a:off x="8793970" y="4943496"/>
            <a:ext cx="57600" cy="43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p>
        </p:txBody>
      </p:sp>
      <p:sp>
        <p:nvSpPr>
          <p:cNvPr id="27" name="Oval 26"/>
          <p:cNvSpPr/>
          <p:nvPr userDrawn="1"/>
        </p:nvSpPr>
        <p:spPr>
          <a:xfrm>
            <a:off x="8717540" y="4943496"/>
            <a:ext cx="57600" cy="43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13"/>
          <p:cNvPicPr preferRelativeResize="0"/>
          <p:nvPr/>
        </p:nvPicPr>
        <p:blipFill>
          <a:blip r:embed="rId1"/>
          <a:stretch>
            <a:fillRect/>
          </a:stretch>
        </p:blipFill>
        <p:spPr>
          <a:xfrm>
            <a:off x="2808000" y="431425"/>
            <a:ext cx="3527998" cy="4280641"/>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6214" y="1683657"/>
            <a:ext cx="7997780" cy="1716366"/>
          </a:xfrm>
        </p:spPr>
        <p:txBody>
          <a:bodyPr/>
          <a:lstStyle/>
          <a:p>
            <a:pPr marL="114300" indent="0">
              <a:buNone/>
            </a:pPr>
            <a:r>
              <a:rPr lang="en-US" sz="4800" b="1" dirty="0" smtClean="0">
                <a:solidFill>
                  <a:schemeClr val="tx1"/>
                </a:solidFill>
              </a:rPr>
              <a:t>     BLOOD RELATIONS</a:t>
            </a:r>
            <a:endParaRPr lang="en-IN" sz="4800" b="1" dirty="0" smtClean="0">
              <a:solidFill>
                <a:schemeClr val="tx1"/>
              </a:solidFill>
            </a:endParaRPr>
          </a:p>
          <a:p>
            <a:pPr marL="114300" indent="0">
              <a:buNone/>
            </a:pPr>
            <a:endParaRPr lang="en-IN" sz="4800" b="1" dirty="0">
              <a:solidFill>
                <a:schemeClr val="tx1"/>
              </a:solidFill>
            </a:endParaRPr>
          </a:p>
        </p:txBody>
      </p:sp>
      <p:pic>
        <p:nvPicPr>
          <p:cNvPr id="5" name="Google Shape;69;p15"/>
          <p:cNvPicPr preferRelativeResize="0"/>
          <p:nvPr/>
        </p:nvPicPr>
        <p:blipFill>
          <a:blip r:embed="rId1"/>
          <a:stretch>
            <a:fillRect/>
          </a:stretch>
        </p:blipFill>
        <p:spPr>
          <a:xfrm>
            <a:off x="7120800" y="233550"/>
            <a:ext cx="1694264" cy="766799"/>
          </a:xfrm>
          <a:prstGeom prst="rect">
            <a:avLst/>
          </a:prstGeom>
          <a:noFill/>
          <a:ln>
            <a:noFill/>
          </a:ln>
        </p:spPr>
      </p:pic>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2" name="TextBox 1"/>
          <p:cNvSpPr txBox="1"/>
          <p:nvPr/>
        </p:nvSpPr>
        <p:spPr>
          <a:xfrm>
            <a:off x="216320" y="1000984"/>
            <a:ext cx="8711139" cy="4661535"/>
          </a:xfrm>
          <a:prstGeom prst="rect">
            <a:avLst/>
          </a:prstGeom>
          <a:noFill/>
        </p:spPr>
        <p:txBody>
          <a:bodyPr wrap="square" rtlCol="0">
            <a:spAutoFit/>
          </a:bodyPr>
          <a:lstStyle/>
          <a:p>
            <a:pPr>
              <a:lnSpc>
                <a:spcPct val="150000"/>
              </a:lnSpc>
            </a:pPr>
            <a:r>
              <a:rPr lang="en-US" sz="1800" dirty="0" smtClean="0">
                <a:solidFill>
                  <a:schemeClr val="tx1"/>
                </a:solidFill>
              </a:rPr>
              <a:t>Introducing a woman, </a:t>
            </a:r>
            <a:r>
              <a:rPr lang="en-US" sz="1800" dirty="0" err="1" smtClean="0">
                <a:solidFill>
                  <a:schemeClr val="tx1"/>
                </a:solidFill>
              </a:rPr>
              <a:t>Shashank</a:t>
            </a:r>
            <a:r>
              <a:rPr lang="en-US" sz="1800" dirty="0" smtClean="0">
                <a:solidFill>
                  <a:schemeClr val="tx1"/>
                </a:solidFill>
              </a:rPr>
              <a:t> said, "She is the mother of the only daughter of my son." How that woman is related to </a:t>
            </a:r>
            <a:r>
              <a:rPr lang="en-US" sz="1800" dirty="0" err="1" smtClean="0">
                <a:solidFill>
                  <a:schemeClr val="tx1"/>
                </a:solidFill>
              </a:rPr>
              <a:t>Shashank</a:t>
            </a:r>
            <a:r>
              <a:rPr lang="en-US" sz="1800" dirty="0" smtClean="0">
                <a:solidFill>
                  <a:schemeClr val="tx1"/>
                </a:solidFill>
              </a:rPr>
              <a:t>?</a:t>
            </a:r>
            <a:endParaRPr lang="en-US" sz="1800" dirty="0" smtClean="0">
              <a:solidFill>
                <a:schemeClr val="tx1"/>
              </a:solidFill>
            </a:endParaRPr>
          </a:p>
          <a:p>
            <a:pPr marL="342900" indent="-342900">
              <a:lnSpc>
                <a:spcPct val="150000"/>
              </a:lnSpc>
              <a:buFont typeface="+mj-lt"/>
              <a:buAutoNum type="alphaUcPeriod"/>
            </a:pPr>
            <a:r>
              <a:rPr lang="en-US" sz="1800" dirty="0" smtClean="0">
                <a:solidFill>
                  <a:schemeClr val="tx1"/>
                </a:solidFill>
              </a:rPr>
              <a:t>Daughter</a:t>
            </a:r>
            <a:endParaRPr lang="en-US" sz="1800" dirty="0" smtClean="0">
              <a:solidFill>
                <a:schemeClr val="tx1"/>
              </a:solidFill>
            </a:endParaRPr>
          </a:p>
          <a:p>
            <a:pPr marL="342900" indent="-342900">
              <a:lnSpc>
                <a:spcPct val="150000"/>
              </a:lnSpc>
              <a:buFont typeface="+mj-lt"/>
              <a:buAutoNum type="alphaUcPeriod"/>
            </a:pPr>
            <a:r>
              <a:rPr lang="en-US" sz="1800" dirty="0" smtClean="0">
                <a:solidFill>
                  <a:schemeClr val="tx1"/>
                </a:solidFill>
              </a:rPr>
              <a:t>Sister-in-law</a:t>
            </a:r>
            <a:endParaRPr lang="en-US" sz="1800" dirty="0" smtClean="0">
              <a:solidFill>
                <a:schemeClr val="tx1"/>
              </a:solidFill>
            </a:endParaRPr>
          </a:p>
          <a:p>
            <a:pPr marL="342900" indent="-342900">
              <a:lnSpc>
                <a:spcPct val="150000"/>
              </a:lnSpc>
              <a:buFont typeface="+mj-lt"/>
              <a:buAutoNum type="alphaUcPeriod"/>
            </a:pPr>
            <a:r>
              <a:rPr lang="en-US" sz="1800" dirty="0" smtClean="0">
                <a:solidFill>
                  <a:schemeClr val="tx1"/>
                </a:solidFill>
              </a:rPr>
              <a:t>Wife</a:t>
            </a:r>
            <a:endParaRPr lang="en-US" sz="1800" dirty="0" smtClean="0">
              <a:solidFill>
                <a:schemeClr val="tx1"/>
              </a:solidFill>
            </a:endParaRPr>
          </a:p>
          <a:p>
            <a:pPr marL="342900" indent="-342900">
              <a:lnSpc>
                <a:spcPct val="150000"/>
              </a:lnSpc>
              <a:buFont typeface="+mj-lt"/>
              <a:buAutoNum type="alphaUcPeriod"/>
            </a:pPr>
            <a:r>
              <a:rPr lang="en-US" sz="1800" dirty="0" smtClean="0">
                <a:solidFill>
                  <a:schemeClr val="tx1"/>
                </a:solidFill>
              </a:rPr>
              <a:t>Daughter-in-law</a:t>
            </a:r>
            <a:endParaRPr lang="en-IN" sz="1800" dirty="0" smtClean="0">
              <a:solidFill>
                <a:schemeClr val="tx1"/>
              </a:solidFill>
            </a:endParaRPr>
          </a:p>
          <a:p>
            <a:pPr>
              <a:lnSpc>
                <a:spcPct val="150000"/>
              </a:lnSpc>
            </a:pPr>
            <a:r>
              <a:rPr lang="en-IN" sz="1800" dirty="0" smtClean="0">
                <a:solidFill>
                  <a:schemeClr val="tx1"/>
                </a:solidFill>
              </a:rPr>
              <a:t>                                                                                  </a:t>
            </a:r>
            <a:endParaRPr lang="en-IN" sz="1800" dirty="0" smtClean="0">
              <a:solidFill>
                <a:schemeClr val="tx1"/>
              </a:solidFill>
            </a:endParaRPr>
          </a:p>
          <a:p>
            <a:pPr>
              <a:lnSpc>
                <a:spcPct val="150000"/>
              </a:lnSpc>
            </a:pPr>
            <a:r>
              <a:rPr lang="en-IN" sz="1800" dirty="0" smtClean="0">
                <a:solidFill>
                  <a:schemeClr val="tx1"/>
                </a:solidFill>
              </a:rPr>
              <a:t>                                                                                               </a:t>
            </a:r>
            <a:r>
              <a:rPr lang="en-IN" sz="1800" dirty="0" smtClean="0">
                <a:solidFill>
                  <a:schemeClr val="tx1"/>
                </a:solidFill>
                <a:sym typeface="+mn-ea"/>
              </a:rPr>
              <a:t>Answer: D</a:t>
            </a:r>
            <a:endParaRPr lang="en-IN" sz="1800" dirty="0">
              <a:solidFill>
                <a:schemeClr val="tx1"/>
              </a:solidFill>
            </a:endParaRPr>
          </a:p>
          <a:p>
            <a:pPr>
              <a:lnSpc>
                <a:spcPct val="150000"/>
              </a:lnSpc>
            </a:pPr>
            <a:endParaRPr lang="en-IN" sz="1800" dirty="0" smtClean="0">
              <a:solidFill>
                <a:schemeClr val="tx1"/>
              </a:solidFill>
            </a:endParaRPr>
          </a:p>
          <a:p>
            <a:pPr>
              <a:lnSpc>
                <a:spcPct val="150000"/>
              </a:lnSpc>
            </a:pPr>
            <a:r>
              <a:rPr lang="en-IN" sz="1800" dirty="0" smtClean="0">
                <a:solidFill>
                  <a:schemeClr val="tx1"/>
                </a:solidFill>
              </a:rPr>
              <a:t>                                      </a:t>
            </a:r>
            <a:endParaRPr lang="en-IN" sz="1800" dirty="0" smtClean="0">
              <a:solidFill>
                <a:schemeClr val="tx1"/>
              </a:solidFill>
            </a:endParaRPr>
          </a:p>
          <a:p>
            <a:pPr>
              <a:lnSpc>
                <a:spcPct val="150000"/>
              </a:lnSpc>
            </a:pPr>
            <a:r>
              <a:rPr lang="en-IN" sz="1800" dirty="0" smtClean="0">
                <a:solidFill>
                  <a:schemeClr val="tx1"/>
                </a:solidFill>
              </a:rPr>
              <a:t>                                                                                                                     </a:t>
            </a:r>
            <a:endParaRPr lang="en-IN" sz="1800" dirty="0">
              <a:solidFill>
                <a:schemeClr val="tx1"/>
              </a:solidFill>
            </a:endParaRPr>
          </a:p>
        </p:txBody>
      </p:sp>
      <p:sp>
        <p:nvSpPr>
          <p:cNvPr id="7"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01</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8" name="Google Shape;69;p15"/>
          <p:cNvPicPr preferRelativeResize="0"/>
          <p:nvPr/>
        </p:nvPicPr>
        <p:blipFill>
          <a:blip r:embed="rId1"/>
          <a:stretch>
            <a:fillRect/>
          </a:stretch>
        </p:blipFill>
        <p:spPr>
          <a:xfrm>
            <a:off x="7120800" y="233550"/>
            <a:ext cx="1694264" cy="766799"/>
          </a:xfrm>
          <a:prstGeom prst="rect">
            <a:avLst/>
          </a:prstGeom>
          <a:noFill/>
          <a:ln>
            <a:noFill/>
          </a:ln>
        </p:spPr>
      </p:pic>
      <p:pic>
        <p:nvPicPr>
          <p:cNvPr id="10"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20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20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20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20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67"/>
        <p:cNvGrpSpPr/>
        <p:nvPr/>
      </p:nvGrpSpPr>
      <p:grpSpPr>
        <a:xfrm>
          <a:off x="0" y="0"/>
          <a:ext cx="0" cy="0"/>
          <a:chOff x="0" y="0"/>
          <a:chExt cx="0" cy="0"/>
        </a:xfrm>
      </p:grpSpPr>
      <p:sp>
        <p:nvSpPr>
          <p:cNvPr id="2" name="TextBox 1"/>
          <p:cNvSpPr txBox="1"/>
          <p:nvPr/>
        </p:nvSpPr>
        <p:spPr>
          <a:xfrm>
            <a:off x="309093" y="1068946"/>
            <a:ext cx="8506295" cy="2862322"/>
          </a:xfrm>
          <a:prstGeom prst="rect">
            <a:avLst/>
          </a:prstGeom>
          <a:noFill/>
        </p:spPr>
        <p:txBody>
          <a:bodyPr wrap="square" rtlCol="0">
            <a:spAutoFit/>
          </a:bodyPr>
          <a:lstStyle/>
          <a:p>
            <a:pPr>
              <a:lnSpc>
                <a:spcPct val="150000"/>
              </a:lnSpc>
              <a:buFont typeface="Wingdings" panose="05000000000000000000" pitchFamily="2" charset="2"/>
              <a:buChar char="Ø"/>
            </a:pPr>
            <a:r>
              <a:rPr lang="en-IN" sz="1600" dirty="0"/>
              <a:t> </a:t>
            </a:r>
            <a:r>
              <a:rPr lang="en-IN" sz="1600" dirty="0" smtClean="0"/>
              <a:t> </a:t>
            </a:r>
            <a:r>
              <a:rPr lang="en-US" sz="1800" dirty="0" smtClean="0"/>
              <a:t>The woman is the mother of </a:t>
            </a:r>
            <a:r>
              <a:rPr lang="en-US" sz="1800" dirty="0" err="1" smtClean="0"/>
              <a:t>Shashank's</a:t>
            </a:r>
            <a:r>
              <a:rPr lang="en-US" sz="1800" dirty="0" smtClean="0"/>
              <a:t> granddaughter. Hence, the woman is the daughter-in-law of </a:t>
            </a:r>
            <a:r>
              <a:rPr lang="en-US" sz="1800" dirty="0" err="1" smtClean="0"/>
              <a:t>Shashank</a:t>
            </a:r>
            <a:r>
              <a:rPr lang="en-US" sz="1800" dirty="0" smtClean="0"/>
              <a:t>.</a:t>
            </a:r>
            <a:endParaRPr lang="en-US" sz="1800" dirty="0" smtClean="0">
              <a:solidFill>
                <a:schemeClr val="tx1"/>
              </a:solidFill>
            </a:endParaRPr>
          </a:p>
          <a:p>
            <a:pPr>
              <a:lnSpc>
                <a:spcPct val="150000"/>
              </a:lnSpc>
            </a:pPr>
            <a:endParaRPr lang="en-US" dirty="0" smtClean="0"/>
          </a:p>
          <a:p>
            <a:pPr>
              <a:lnSpc>
                <a:spcPct val="150000"/>
              </a:lnSpc>
              <a:buFont typeface="Wingdings" panose="05000000000000000000" pitchFamily="2" charset="2"/>
              <a:buChar char="Ø"/>
            </a:pPr>
            <a:endParaRPr lang="en-US" sz="1800" dirty="0" smtClean="0"/>
          </a:p>
          <a:p>
            <a:pPr>
              <a:lnSpc>
                <a:spcPct val="150000"/>
              </a:lnSpc>
            </a:pPr>
            <a:br>
              <a:rPr lang="en-US" sz="1800" dirty="0" smtClean="0"/>
            </a:br>
            <a:endParaRPr lang="en-IN" sz="1800" dirty="0">
              <a:solidFill>
                <a:schemeClr val="tx1"/>
              </a:solidFill>
            </a:endParaRPr>
          </a:p>
          <a:p>
            <a:pPr>
              <a:lnSpc>
                <a:spcPct val="150000"/>
              </a:lnSpc>
            </a:pPr>
            <a:endParaRPr lang="en-IN" sz="1600" dirty="0">
              <a:solidFill>
                <a:schemeClr val="tx1"/>
              </a:solidFill>
            </a:endParaRPr>
          </a:p>
        </p:txBody>
      </p:sp>
      <p:sp>
        <p:nvSpPr>
          <p:cNvPr id="6"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 01</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9;p15"/>
          <p:cNvPicPr preferRelativeResize="0"/>
          <p:nvPr/>
        </p:nvPicPr>
        <p:blipFill>
          <a:blip r:embed="rId1"/>
          <a:stretch>
            <a:fillRect/>
          </a:stretch>
        </p:blipFill>
        <p:spPr>
          <a:xfrm>
            <a:off x="7120800" y="233550"/>
            <a:ext cx="1694264" cy="766799"/>
          </a:xfrm>
          <a:prstGeom prst="rect">
            <a:avLst/>
          </a:prstGeom>
          <a:noFill/>
          <a:ln>
            <a:noFill/>
          </a:ln>
        </p:spPr>
      </p:pic>
      <p:pic>
        <p:nvPicPr>
          <p:cNvPr id="8"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4" name="TextBox 3"/>
          <p:cNvSpPr txBox="1"/>
          <p:nvPr/>
        </p:nvSpPr>
        <p:spPr>
          <a:xfrm>
            <a:off x="207391" y="1000770"/>
            <a:ext cx="8728958" cy="4661535"/>
          </a:xfrm>
          <a:prstGeom prst="rect">
            <a:avLst/>
          </a:prstGeom>
          <a:noFill/>
          <a:ln>
            <a:solidFill>
              <a:schemeClr val="bg1"/>
            </a:solidFill>
          </a:ln>
        </p:spPr>
        <p:txBody>
          <a:bodyPr wrap="square" rtlCol="0">
            <a:spAutoFit/>
          </a:bodyPr>
          <a:lstStyle/>
          <a:p>
            <a:pPr>
              <a:lnSpc>
                <a:spcPct val="150000"/>
              </a:lnSpc>
            </a:pPr>
            <a:r>
              <a:rPr lang="en-US" sz="1800" dirty="0" smtClean="0"/>
              <a:t>If A $ B means A is the brother of B; A @ B means A is the wife of B; A # B means A is the daughter of B and A * B means A is the father of B, which of the following indicates that U is the father-in-law of P?</a:t>
            </a:r>
            <a:endParaRPr lang="en-US" sz="1800" dirty="0" smtClean="0"/>
          </a:p>
          <a:p>
            <a:pPr marL="342900" indent="-342900">
              <a:lnSpc>
                <a:spcPct val="150000"/>
              </a:lnSpc>
              <a:buFont typeface="+mj-lt"/>
              <a:buAutoNum type="alphaUcPeriod"/>
            </a:pPr>
            <a:r>
              <a:rPr lang="en-US" sz="1800" dirty="0" smtClean="0"/>
              <a:t>P @ Q $ T # U * W</a:t>
            </a:r>
            <a:endParaRPr lang="en-US" sz="1800" dirty="0" smtClean="0"/>
          </a:p>
          <a:p>
            <a:pPr marL="342900" indent="-342900">
              <a:lnSpc>
                <a:spcPct val="150000"/>
              </a:lnSpc>
              <a:buFont typeface="+mj-lt"/>
              <a:buAutoNum type="alphaUcPeriod"/>
            </a:pPr>
            <a:r>
              <a:rPr lang="en-US" sz="1800" dirty="0" smtClean="0"/>
              <a:t>P @ W $ Q * T # U</a:t>
            </a:r>
            <a:endParaRPr lang="en-US" sz="1800" dirty="0" smtClean="0"/>
          </a:p>
          <a:p>
            <a:pPr marL="342900" indent="-342900">
              <a:lnSpc>
                <a:spcPct val="150000"/>
              </a:lnSpc>
              <a:buFont typeface="+mj-lt"/>
              <a:buAutoNum type="alphaUcPeriod"/>
            </a:pPr>
            <a:r>
              <a:rPr lang="en-US" sz="1800" dirty="0" smtClean="0"/>
              <a:t>P @ Q $ W * T # U</a:t>
            </a:r>
            <a:endParaRPr lang="en-US" sz="1800" dirty="0" smtClean="0"/>
          </a:p>
          <a:p>
            <a:pPr marL="342900" indent="-342900">
              <a:lnSpc>
                <a:spcPct val="150000"/>
              </a:lnSpc>
              <a:buFont typeface="+mj-lt"/>
              <a:buAutoNum type="alphaUcPeriod"/>
            </a:pPr>
            <a:r>
              <a:rPr lang="en-US" sz="1800" dirty="0" smtClean="0"/>
              <a:t>P @ Q $ T # W * U</a:t>
            </a:r>
            <a:endParaRPr lang="en-US" sz="1800" dirty="0" smtClean="0"/>
          </a:p>
          <a:p>
            <a:pPr marL="0" lvl="1" indent="0">
              <a:lnSpc>
                <a:spcPct val="150000"/>
              </a:lnSpc>
              <a:buFont typeface="+mj-lt"/>
              <a:buNone/>
            </a:pPr>
            <a:r>
              <a:rPr lang="en-US" sz="1800" dirty="0" smtClean="0"/>
              <a:t>                                                                                               </a:t>
            </a:r>
            <a:r>
              <a:rPr lang="en-IN" sz="1800" dirty="0" smtClean="0">
                <a:solidFill>
                  <a:schemeClr val="tx1"/>
                </a:solidFill>
                <a:sym typeface="+mn-ea"/>
              </a:rPr>
              <a:t>Answer: A</a:t>
            </a:r>
            <a:endParaRPr lang="en-IN" sz="1800" dirty="0" smtClean="0">
              <a:solidFill>
                <a:schemeClr val="tx1"/>
              </a:solidFill>
            </a:endParaRPr>
          </a:p>
          <a:p>
            <a:pPr marL="0" indent="0">
              <a:lnSpc>
                <a:spcPct val="150000"/>
              </a:lnSpc>
              <a:buFont typeface="+mj-lt"/>
              <a:buNone/>
            </a:pPr>
            <a:br>
              <a:rPr lang="en-US" sz="1800" dirty="0" smtClean="0"/>
            </a:br>
            <a:endParaRPr lang="en-US" sz="1800" dirty="0" smtClean="0"/>
          </a:p>
          <a:p>
            <a:pPr lvl="1">
              <a:lnSpc>
                <a:spcPct val="150000"/>
              </a:lnSpc>
            </a:pPr>
            <a:r>
              <a:rPr lang="en-IN" sz="1800" dirty="0" smtClean="0">
                <a:solidFill>
                  <a:schemeClr val="tx1"/>
                </a:solidFill>
              </a:rPr>
              <a:t>                                                                                                                      </a:t>
            </a:r>
            <a:endParaRPr lang="en-IN" sz="1600" dirty="0">
              <a:solidFill>
                <a:schemeClr val="tx1"/>
              </a:solidFill>
            </a:endParaRPr>
          </a:p>
        </p:txBody>
      </p:sp>
      <p:sp>
        <p:nvSpPr>
          <p:cNvPr id="7"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02</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8" name="Google Shape;69;p15"/>
          <p:cNvPicPr preferRelativeResize="0"/>
          <p:nvPr/>
        </p:nvPicPr>
        <p:blipFill>
          <a:blip r:embed="rId1"/>
          <a:stretch>
            <a:fillRect/>
          </a:stretch>
        </p:blipFill>
        <p:spPr>
          <a:xfrm>
            <a:off x="7120800" y="233550"/>
            <a:ext cx="1694264" cy="766799"/>
          </a:xfrm>
          <a:prstGeom prst="rect">
            <a:avLst/>
          </a:prstGeom>
          <a:noFill/>
          <a:ln>
            <a:noFill/>
          </a:ln>
        </p:spPr>
      </p:pic>
      <p:pic>
        <p:nvPicPr>
          <p:cNvPr id="9"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67"/>
        <p:cNvGrpSpPr/>
        <p:nvPr/>
      </p:nvGrpSpPr>
      <p:grpSpPr>
        <a:xfrm>
          <a:off x="0" y="0"/>
          <a:ext cx="0" cy="0"/>
          <a:chOff x="0" y="0"/>
          <a:chExt cx="0" cy="0"/>
        </a:xfrm>
      </p:grpSpPr>
      <p:sp>
        <p:nvSpPr>
          <p:cNvPr id="7" name="TextBox 6"/>
          <p:cNvSpPr txBox="1"/>
          <p:nvPr/>
        </p:nvSpPr>
        <p:spPr>
          <a:xfrm>
            <a:off x="321972" y="965915"/>
            <a:ext cx="8493416" cy="3108543"/>
          </a:xfrm>
          <a:prstGeom prst="rect">
            <a:avLst/>
          </a:prstGeom>
          <a:noFill/>
        </p:spPr>
        <p:txBody>
          <a:bodyPr wrap="square" numCol="1" rtlCol="0">
            <a:spAutoFit/>
          </a:bodyPr>
          <a:lstStyle/>
          <a:p>
            <a:r>
              <a:rPr lang="en-US" sz="1800" dirty="0" smtClean="0"/>
              <a:t>Daughter P @ Q → P is the wife of Q ...(1)</a:t>
            </a:r>
            <a:endParaRPr lang="en-US" sz="1800" dirty="0" smtClean="0"/>
          </a:p>
          <a:p>
            <a:r>
              <a:rPr lang="en-US" sz="1800" dirty="0" smtClean="0"/>
              <a:t>Q $ T → Q is the brother of T ...(2)</a:t>
            </a:r>
            <a:endParaRPr lang="en-US" sz="1800" dirty="0" smtClean="0"/>
          </a:p>
          <a:p>
            <a:r>
              <a:rPr lang="en-US" sz="1800" dirty="0" smtClean="0"/>
              <a:t>T # U → T is the daughter of U</a:t>
            </a:r>
            <a:endParaRPr lang="en-US" sz="1800" dirty="0" smtClean="0"/>
          </a:p>
          <a:p>
            <a:r>
              <a:rPr lang="en-US" sz="1800" dirty="0" smtClean="0"/>
              <a:t>Hence, → Q is the son of U ...(3)</a:t>
            </a:r>
            <a:endParaRPr lang="en-US" sz="1800" dirty="0" smtClean="0"/>
          </a:p>
          <a:p>
            <a:r>
              <a:rPr lang="en-US" sz="1800" dirty="0" smtClean="0"/>
              <a:t>U * W → U is the father of W.</a:t>
            </a:r>
            <a:endParaRPr lang="en-US" sz="1800" dirty="0" smtClean="0"/>
          </a:p>
          <a:p>
            <a:r>
              <a:rPr lang="en-US" sz="1800" dirty="0" smtClean="0"/>
              <a:t>From (1) and (3), U is the father-in-law of P.</a:t>
            </a:r>
            <a:endParaRPr lang="en-US" sz="1800" dirty="0" smtClean="0"/>
          </a:p>
          <a:p>
            <a:pPr>
              <a:lnSpc>
                <a:spcPct val="150000"/>
              </a:lnSpc>
              <a:buFont typeface="Wingdings" panose="05000000000000000000" pitchFamily="2" charset="2"/>
              <a:buChar char="Ø"/>
            </a:pPr>
            <a:endParaRPr lang="en-US" sz="1800" dirty="0" smtClean="0"/>
          </a:p>
          <a:p>
            <a:endParaRPr lang="en-US" sz="1800" dirty="0" smtClean="0"/>
          </a:p>
          <a:p>
            <a:pPr>
              <a:lnSpc>
                <a:spcPct val="150000"/>
              </a:lnSpc>
            </a:pPr>
            <a:endParaRPr lang="en-IN" sz="1800" dirty="0">
              <a:solidFill>
                <a:schemeClr val="tx1"/>
              </a:solidFill>
            </a:endParaRPr>
          </a:p>
          <a:p>
            <a:endParaRPr lang="en-IN" sz="1600" dirty="0">
              <a:solidFill>
                <a:schemeClr val="tx1"/>
              </a:solidFill>
            </a:endParaRPr>
          </a:p>
        </p:txBody>
      </p:sp>
      <p:sp>
        <p:nvSpPr>
          <p:cNvPr id="6"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 02</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8" name="Google Shape;69;p15"/>
          <p:cNvPicPr preferRelativeResize="0"/>
          <p:nvPr/>
        </p:nvPicPr>
        <p:blipFill>
          <a:blip r:embed="rId1"/>
          <a:stretch>
            <a:fillRect/>
          </a:stretch>
        </p:blipFill>
        <p:spPr>
          <a:xfrm>
            <a:off x="7120800" y="233550"/>
            <a:ext cx="1694264" cy="766799"/>
          </a:xfrm>
          <a:prstGeom prst="rect">
            <a:avLst/>
          </a:prstGeom>
          <a:noFill/>
          <a:ln>
            <a:noFill/>
          </a:ln>
        </p:spPr>
      </p:pic>
      <p:pic>
        <p:nvPicPr>
          <p:cNvPr id="9"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2000"/>
                                        <p:tgtEl>
                                          <p:spTgt spid="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2000"/>
                                        <p:tgtEl>
                                          <p:spTgt spid="7">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fade">
                                      <p:cBhvr>
                                        <p:cTn id="16" dur="2000"/>
                                        <p:tgtEl>
                                          <p:spTgt spid="7">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Effect transition="in" filter="fade">
                                      <p:cBhvr>
                                        <p:cTn id="19" dur="2000"/>
                                        <p:tgtEl>
                                          <p:spTgt spid="7">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20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p:cNvPicPr preferRelativeResize="0"/>
          <p:nvPr/>
        </p:nvPicPr>
        <p:blipFill rotWithShape="1">
          <a:blip r:embed="rId1"/>
          <a:srcRect l="41241" t="9528" r="-23988" b="51129"/>
          <a:stretch>
            <a:fillRect/>
          </a:stretch>
        </p:blipFill>
        <p:spPr>
          <a:xfrm>
            <a:off x="0" y="4143245"/>
            <a:ext cx="4457700" cy="1000255"/>
          </a:xfrm>
          <a:prstGeom prst="rect">
            <a:avLst/>
          </a:prstGeom>
          <a:noFill/>
          <a:ln>
            <a:noFill/>
          </a:ln>
        </p:spPr>
      </p:pic>
      <p:sp>
        <p:nvSpPr>
          <p:cNvPr id="15" name="TextBox 14"/>
          <p:cNvSpPr txBox="1"/>
          <p:nvPr/>
        </p:nvSpPr>
        <p:spPr>
          <a:xfrm>
            <a:off x="114634" y="932255"/>
            <a:ext cx="8686132" cy="3830955"/>
          </a:xfrm>
          <a:prstGeom prst="rect">
            <a:avLst/>
          </a:prstGeom>
          <a:noFill/>
        </p:spPr>
        <p:txBody>
          <a:bodyPr wrap="square" rtlCol="0">
            <a:spAutoFit/>
          </a:bodyPr>
          <a:lstStyle/>
          <a:p>
            <a:pPr>
              <a:lnSpc>
                <a:spcPct val="150000"/>
              </a:lnSpc>
              <a:buClrTx/>
            </a:pPr>
            <a:r>
              <a:rPr lang="en-US" sz="1800" dirty="0" smtClean="0"/>
              <a:t>If B5D means B is the father of D</a:t>
            </a:r>
            <a:r>
              <a:rPr lang="en-US" sz="1800" dirty="0"/>
              <a:t>;</a:t>
            </a:r>
            <a:r>
              <a:rPr lang="en-US" sz="1800" dirty="0" smtClean="0"/>
              <a:t> B9D means B is the sister of D;B4D means B is the brother of D</a:t>
            </a:r>
            <a:r>
              <a:rPr lang="en-US" sz="1800" dirty="0"/>
              <a:t>;</a:t>
            </a:r>
            <a:r>
              <a:rPr lang="en-US" sz="1800" dirty="0" smtClean="0"/>
              <a:t> B3D means B is the wife of D</a:t>
            </a:r>
            <a:r>
              <a:rPr lang="en-US" sz="1800" dirty="0"/>
              <a:t>. Which of the following means F is the mother of K</a:t>
            </a:r>
            <a:r>
              <a:rPr lang="en-US" sz="1800" dirty="0" smtClean="0"/>
              <a:t>?</a:t>
            </a:r>
            <a:endParaRPr lang="en-US" sz="1800" dirty="0" smtClean="0"/>
          </a:p>
          <a:p>
            <a:pPr marL="342900" indent="-342900">
              <a:lnSpc>
                <a:spcPct val="150000"/>
              </a:lnSpc>
              <a:buFont typeface="+mj-lt"/>
              <a:buAutoNum type="alphaUcPeriod"/>
            </a:pPr>
            <a:r>
              <a:rPr lang="en-US" sz="1800" dirty="0" smtClean="0"/>
              <a:t>F3M5K</a:t>
            </a:r>
            <a:endParaRPr lang="en-US" sz="1800" dirty="0" smtClean="0"/>
          </a:p>
          <a:p>
            <a:pPr marL="342900" indent="-342900">
              <a:lnSpc>
                <a:spcPct val="150000"/>
              </a:lnSpc>
              <a:buFont typeface="+mj-lt"/>
              <a:buAutoNum type="alphaUcPeriod"/>
            </a:pPr>
            <a:r>
              <a:rPr lang="en-US" sz="1800" dirty="0" smtClean="0"/>
              <a:t>F5M3K</a:t>
            </a:r>
            <a:endParaRPr lang="en-US" sz="1800" dirty="0" smtClean="0"/>
          </a:p>
          <a:p>
            <a:pPr marL="342900" indent="-342900">
              <a:lnSpc>
                <a:spcPct val="150000"/>
              </a:lnSpc>
              <a:buFont typeface="+mj-lt"/>
              <a:buAutoNum type="alphaUcPeriod"/>
            </a:pPr>
            <a:r>
              <a:rPr lang="en-US" sz="1800" dirty="0" smtClean="0"/>
              <a:t>F9M4N3K</a:t>
            </a:r>
            <a:endParaRPr lang="en-US" sz="1800" dirty="0" smtClean="0"/>
          </a:p>
          <a:p>
            <a:pPr marL="342900" indent="-342900">
              <a:lnSpc>
                <a:spcPct val="150000"/>
              </a:lnSpc>
              <a:buFont typeface="+mj-lt"/>
              <a:buAutoNum type="alphaUcPeriod"/>
            </a:pPr>
            <a:r>
              <a:rPr lang="en-US" sz="1800" dirty="0" smtClean="0">
                <a:solidFill>
                  <a:schemeClr val="tx1"/>
                </a:solidFill>
              </a:rPr>
              <a:t>F10M43</a:t>
            </a:r>
            <a:endParaRPr lang="en-IN" sz="1800" dirty="0" smtClean="0">
              <a:solidFill>
                <a:schemeClr val="tx1"/>
              </a:solidFill>
            </a:endParaRPr>
          </a:p>
          <a:p>
            <a:pPr>
              <a:lnSpc>
                <a:spcPct val="150000"/>
              </a:lnSpc>
            </a:pPr>
            <a:r>
              <a:rPr lang="en-IN" sz="1800" dirty="0" smtClean="0">
                <a:solidFill>
                  <a:schemeClr val="tx1"/>
                </a:solidFill>
              </a:rPr>
              <a:t>                                                                                                    </a:t>
            </a:r>
            <a:r>
              <a:rPr lang="en-IN" sz="1800" dirty="0" smtClean="0">
                <a:solidFill>
                  <a:schemeClr val="tx1"/>
                </a:solidFill>
                <a:sym typeface="+mn-ea"/>
              </a:rPr>
              <a:t>Answer: A</a:t>
            </a:r>
            <a:endParaRPr lang="en-IN" sz="1800" dirty="0" smtClean="0">
              <a:solidFill>
                <a:schemeClr val="tx1"/>
              </a:solidFill>
            </a:endParaRPr>
          </a:p>
          <a:p>
            <a:pPr>
              <a:lnSpc>
                <a:spcPct val="150000"/>
              </a:lnSpc>
            </a:pPr>
            <a:r>
              <a:rPr lang="en-IN" sz="1800" dirty="0" smtClean="0">
                <a:solidFill>
                  <a:schemeClr val="tx1"/>
                </a:solidFill>
              </a:rPr>
              <a:t>                 </a:t>
            </a:r>
            <a:endParaRPr lang="en-IN" sz="1800" dirty="0">
              <a:solidFill>
                <a:schemeClr val="tx1"/>
              </a:solidFill>
            </a:endParaRPr>
          </a:p>
        </p:txBody>
      </p:sp>
      <p:sp>
        <p:nvSpPr>
          <p:cNvPr id="6"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03</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9;p15"/>
          <p:cNvPicPr preferRelativeResize="0"/>
          <p:nvPr/>
        </p:nvPicPr>
        <p:blipFill>
          <a:blip r:embed="rId2"/>
          <a:stretch>
            <a:fillRect/>
          </a:stretch>
        </p:blipFill>
        <p:spPr>
          <a:xfrm>
            <a:off x="7120800" y="233550"/>
            <a:ext cx="1694264" cy="7667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20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20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fade">
                                      <p:cBhvr>
                                        <p:cTn id="17" dur="2000"/>
                                        <p:tgtEl>
                                          <p:spTgt spid="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3" end="3"/>
                                            </p:txEl>
                                          </p:spTgt>
                                        </p:tgtEl>
                                        <p:attrNameLst>
                                          <p:attrName>style.visibility</p:attrName>
                                        </p:attrNameLst>
                                      </p:cBhvr>
                                      <p:to>
                                        <p:strVal val="visible"/>
                                      </p:to>
                                    </p:set>
                                    <p:animEffect transition="in" filter="fade">
                                      <p:cBhvr>
                                        <p:cTn id="22" dur="2000"/>
                                        <p:tgtEl>
                                          <p:spTgt spid="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xEl>
                                              <p:pRg st="4" end="4"/>
                                            </p:txEl>
                                          </p:spTgt>
                                        </p:tgtEl>
                                        <p:attrNameLst>
                                          <p:attrName>style.visibility</p:attrName>
                                        </p:attrNameLst>
                                      </p:cBhvr>
                                      <p:to>
                                        <p:strVal val="visible"/>
                                      </p:to>
                                    </p:set>
                                    <p:animEffect transition="in" filter="fade">
                                      <p:cBhvr>
                                        <p:cTn id="27" dur="2000"/>
                                        <p:tgtEl>
                                          <p:spTgt spid="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xEl>
                                              <p:pRg st="5" end="5"/>
                                            </p:txEl>
                                          </p:spTgt>
                                        </p:tgtEl>
                                        <p:attrNameLst>
                                          <p:attrName>style.visibility</p:attrName>
                                        </p:attrNameLst>
                                      </p:cBhvr>
                                      <p:to>
                                        <p:strVal val="visible"/>
                                      </p:to>
                                    </p:set>
                                    <p:animEffect transition="in" filter="fade">
                                      <p:cBhvr>
                                        <p:cTn id="32" dur="2000"/>
                                        <p:tgtEl>
                                          <p:spTgt spid="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marL="114300" indent="0">
              <a:buNone/>
            </a:pPr>
            <a:endParaRPr lang="en-US" dirty="0"/>
          </a:p>
          <a:p>
            <a:pPr marL="114300" indent="0">
              <a:buNone/>
            </a:pPr>
            <a:endParaRPr lang="en-IN" dirty="0"/>
          </a:p>
        </p:txBody>
      </p:sp>
      <p:sp>
        <p:nvSpPr>
          <p:cNvPr id="8" name="TextBox 7"/>
          <p:cNvSpPr txBox="1"/>
          <p:nvPr/>
        </p:nvSpPr>
        <p:spPr>
          <a:xfrm>
            <a:off x="321972" y="965915"/>
            <a:ext cx="8493092" cy="1703030"/>
          </a:xfrm>
          <a:prstGeom prst="rect">
            <a:avLst/>
          </a:prstGeom>
          <a:noFill/>
        </p:spPr>
        <p:txBody>
          <a:bodyPr wrap="square" rtlCol="0">
            <a:spAutoFit/>
          </a:bodyPr>
          <a:lstStyle/>
          <a:p>
            <a:pPr>
              <a:lnSpc>
                <a:spcPct val="150000"/>
              </a:lnSpc>
            </a:pPr>
            <a:r>
              <a:rPr lang="en-US" sz="1800" dirty="0" smtClean="0"/>
              <a:t>F3M → F is the wife of M</a:t>
            </a:r>
            <a:endParaRPr lang="en-US" sz="1800" dirty="0" smtClean="0"/>
          </a:p>
          <a:p>
            <a:pPr>
              <a:lnSpc>
                <a:spcPct val="150000"/>
              </a:lnSpc>
            </a:pPr>
            <a:r>
              <a:rPr lang="en-US" sz="1800" dirty="0" smtClean="0"/>
              <a:t>M5K → M is the father of K</a:t>
            </a:r>
            <a:endParaRPr lang="en-US" sz="1800" dirty="0" smtClean="0"/>
          </a:p>
          <a:p>
            <a:pPr>
              <a:lnSpc>
                <a:spcPct val="150000"/>
              </a:lnSpc>
            </a:pPr>
            <a:r>
              <a:rPr lang="en-US" sz="1800" dirty="0" smtClean="0"/>
              <a:t>Therefore, F is the mother of K.</a:t>
            </a:r>
            <a:endParaRPr lang="en-US" sz="1800" dirty="0" smtClean="0"/>
          </a:p>
          <a:p>
            <a:pPr>
              <a:lnSpc>
                <a:spcPct val="150000"/>
              </a:lnSpc>
            </a:pPr>
            <a:endParaRPr lang="en-IN" sz="1800" dirty="0">
              <a:solidFill>
                <a:schemeClr val="tx1"/>
              </a:solidFill>
            </a:endParaRPr>
          </a:p>
        </p:txBody>
      </p:sp>
      <p:pic>
        <p:nvPicPr>
          <p:cNvPr id="10" name="Google Shape;68;p15"/>
          <p:cNvPicPr preferRelativeResize="0"/>
          <p:nvPr/>
        </p:nvPicPr>
        <p:blipFill rotWithShape="1">
          <a:blip r:embed="rId1"/>
          <a:srcRect l="41241" t="9528" r="-23988" b="51129"/>
          <a:stretch>
            <a:fillRect/>
          </a:stretch>
        </p:blipFill>
        <p:spPr>
          <a:xfrm>
            <a:off x="0" y="4143245"/>
            <a:ext cx="4457700" cy="1000255"/>
          </a:xfrm>
          <a:prstGeom prst="rect">
            <a:avLst/>
          </a:prstGeom>
          <a:noFill/>
          <a:ln>
            <a:noFill/>
          </a:ln>
        </p:spPr>
      </p:pic>
      <p:sp>
        <p:nvSpPr>
          <p:cNvPr id="11"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 03</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12" name="Google Shape;69;p15"/>
          <p:cNvPicPr preferRelativeResize="0"/>
          <p:nvPr/>
        </p:nvPicPr>
        <p:blipFill>
          <a:blip r:embed="rId2"/>
          <a:stretch>
            <a:fillRect/>
          </a:stretch>
        </p:blipFill>
        <p:spPr>
          <a:xfrm>
            <a:off x="7120800" y="233550"/>
            <a:ext cx="1694264" cy="766799"/>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20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20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6119" y="840464"/>
            <a:ext cx="8832300" cy="3992450"/>
          </a:xfrm>
        </p:spPr>
        <p:txBody>
          <a:bodyPr/>
          <a:lstStyle/>
          <a:p>
            <a:pPr>
              <a:lnSpc>
                <a:spcPct val="150000"/>
              </a:lnSpc>
              <a:buNone/>
            </a:pPr>
            <a:r>
              <a:rPr lang="en-US" dirty="0" smtClean="0">
                <a:solidFill>
                  <a:schemeClr val="tx1"/>
                </a:solidFill>
              </a:rPr>
              <a:t>In a family, there are six members A, B, C, D, E and F. A and B are a</a:t>
            </a:r>
            <a:endParaRPr lang="en-US" dirty="0" smtClean="0">
              <a:solidFill>
                <a:schemeClr val="tx1"/>
              </a:solidFill>
            </a:endParaRPr>
          </a:p>
          <a:p>
            <a:pPr>
              <a:lnSpc>
                <a:spcPct val="150000"/>
              </a:lnSpc>
              <a:buNone/>
            </a:pPr>
            <a:r>
              <a:rPr lang="en-US" dirty="0" smtClean="0">
                <a:solidFill>
                  <a:schemeClr val="tx1"/>
                </a:solidFill>
              </a:rPr>
              <a:t>married couple, A being the male member. D is the only son of C, who is</a:t>
            </a:r>
            <a:endParaRPr lang="en-US" dirty="0" smtClean="0">
              <a:solidFill>
                <a:schemeClr val="tx1"/>
              </a:solidFill>
            </a:endParaRPr>
          </a:p>
          <a:p>
            <a:pPr>
              <a:lnSpc>
                <a:spcPct val="150000"/>
              </a:lnSpc>
              <a:buNone/>
            </a:pPr>
            <a:r>
              <a:rPr lang="en-US" dirty="0" smtClean="0">
                <a:solidFill>
                  <a:schemeClr val="tx1"/>
                </a:solidFill>
              </a:rPr>
              <a:t>the brother of A. E is the sister of D. B is the daughter-in law of F, whose</a:t>
            </a:r>
            <a:endParaRPr lang="en-US" dirty="0" smtClean="0">
              <a:solidFill>
                <a:schemeClr val="tx1"/>
              </a:solidFill>
            </a:endParaRPr>
          </a:p>
          <a:p>
            <a:pPr>
              <a:lnSpc>
                <a:spcPct val="150000"/>
              </a:lnSpc>
              <a:buNone/>
            </a:pPr>
            <a:r>
              <a:rPr lang="en-US" dirty="0" smtClean="0">
                <a:solidFill>
                  <a:schemeClr val="tx1"/>
                </a:solidFill>
              </a:rPr>
              <a:t>husband has died. How is E related to C ? </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Sister</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Daughter</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Cousin</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Mother </a:t>
            </a:r>
            <a:endParaRPr lang="en-US" dirty="0" smtClean="0">
              <a:solidFill>
                <a:schemeClr val="tx1"/>
              </a:solidFill>
            </a:endParaRPr>
          </a:p>
          <a:p>
            <a:pPr marL="114300" indent="0">
              <a:lnSpc>
                <a:spcPct val="150000"/>
              </a:lnSpc>
              <a:buClrTx/>
              <a:buFont typeface="+mj-lt"/>
              <a:buNone/>
            </a:pPr>
            <a:r>
              <a:rPr lang="en-US" dirty="0" smtClean="0">
                <a:solidFill>
                  <a:schemeClr val="tx1"/>
                </a:solidFill>
              </a:rPr>
              <a:t>                                                                                                    </a:t>
            </a:r>
            <a:r>
              <a:rPr lang="" altLang="en-US" dirty="0" smtClean="0">
                <a:solidFill>
                  <a:schemeClr val="tx1"/>
                </a:solidFill>
              </a:rPr>
              <a:t>Answer: B</a:t>
            </a:r>
            <a:r>
              <a:rPr lang="en-US" dirty="0" smtClean="0">
                <a:solidFill>
                  <a:schemeClr val="tx1"/>
                </a:solidFill>
              </a:rPr>
              <a:t>                                                                                                           </a:t>
            </a:r>
            <a:endParaRPr lang="en-US" dirty="0" smtClean="0">
              <a:solidFill>
                <a:schemeClr val="tx1"/>
              </a:solidFill>
            </a:endParaRPr>
          </a:p>
          <a:p>
            <a:pPr>
              <a:lnSpc>
                <a:spcPct val="150000"/>
              </a:lnSpc>
              <a:buNone/>
            </a:pPr>
            <a:endParaRPr lang="en-US" dirty="0" smtClean="0">
              <a:solidFill>
                <a:schemeClr val="tx1"/>
              </a:solidFill>
            </a:endParaRPr>
          </a:p>
          <a:p>
            <a:pPr>
              <a:lnSpc>
                <a:spcPct val="150000"/>
              </a:lnSpc>
              <a:buClrTx/>
              <a:buNone/>
            </a:pPr>
            <a:endParaRPr lang="en-IN" dirty="0" smtClean="0">
              <a:solidFill>
                <a:schemeClr val="tx1"/>
              </a:solidFill>
            </a:endParaRPr>
          </a:p>
          <a:p>
            <a:pPr>
              <a:lnSpc>
                <a:spcPct val="150000"/>
              </a:lnSpc>
              <a:buClrTx/>
              <a:buNone/>
            </a:pPr>
            <a:r>
              <a:rPr lang="en-IN" dirty="0" smtClean="0">
                <a:solidFill>
                  <a:schemeClr val="tx1"/>
                </a:solidFill>
              </a:rPr>
              <a:t>                                                                                                                  </a:t>
            </a:r>
            <a:endParaRPr lang="en-IN" dirty="0" smtClean="0">
              <a:solidFill>
                <a:schemeClr val="tx1"/>
              </a:solidFill>
            </a:endParaRPr>
          </a:p>
          <a:p>
            <a:pPr marL="114300" indent="0">
              <a:buNone/>
            </a:pPr>
            <a:endParaRPr lang="en-IN" sz="1600"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04</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20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20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20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06062" y="1030310"/>
            <a:ext cx="8626238" cy="3049321"/>
          </a:xfrm>
        </p:spPr>
        <p:txBody>
          <a:bodyPr/>
          <a:lstStyle/>
          <a:p>
            <a:pPr>
              <a:buClrTx/>
              <a:buFont typeface="Wingdings" panose="05000000000000000000" pitchFamily="2" charset="2"/>
              <a:buChar char="Ø"/>
            </a:pPr>
            <a:r>
              <a:rPr lang="en-US" dirty="0" smtClean="0">
                <a:solidFill>
                  <a:schemeClr val="tx1"/>
                </a:solidFill>
              </a:rPr>
              <a:t> A is a male and married to B. So, A is the husband and B is the wife. C is the brother of A. D is the son of C. E. who is the sister of D will be the daughter of C. B is the daughter-in-law of F whose husband has died means F is the mother of A. </a:t>
            </a:r>
            <a:endParaRPr lang="en-US" dirty="0" smtClean="0">
              <a:solidFill>
                <a:schemeClr val="tx1"/>
              </a:solidFill>
            </a:endParaRPr>
          </a:p>
          <a:p>
            <a:pPr>
              <a:buClrTx/>
              <a:buFont typeface="Wingdings" panose="05000000000000000000" pitchFamily="2" charset="2"/>
              <a:buChar char="Ø"/>
            </a:pPr>
            <a:r>
              <a:rPr lang="en-US" dirty="0" smtClean="0">
                <a:solidFill>
                  <a:schemeClr val="tx1"/>
                </a:solidFill>
              </a:rPr>
              <a:t>Clearly. E is the daughter of C. </a:t>
            </a:r>
            <a:endParaRPr lang="en-US" dirty="0" smtClean="0">
              <a:solidFill>
                <a:schemeClr val="tx1"/>
              </a:solidFill>
            </a:endParaRPr>
          </a:p>
          <a:p>
            <a:pPr marL="114300" indent="0">
              <a:lnSpc>
                <a:spcPct val="150000"/>
              </a:lnSpc>
              <a:buFont typeface="Wingdings" panose="05000000000000000000" pitchFamily="2" charset="2"/>
              <a:buChar char="Ø"/>
            </a:pP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a:t>
            </a:r>
            <a:r>
              <a:rPr lang="en-IN" sz="2000" b="1" dirty="0" smtClean="0">
                <a:ln w="6600">
                  <a:solidFill>
                    <a:schemeClr val="accent2"/>
                  </a:solidFill>
                  <a:prstDash val="solid"/>
                </a:ln>
                <a:solidFill>
                  <a:srgbClr val="FFFFFF"/>
                </a:solidFill>
                <a:effectLst>
                  <a:outerShdw dist="38100" dir="2700000" algn="tl" rotWithShape="0">
                    <a:schemeClr val="accent2"/>
                  </a:outerShdw>
                </a:effectLst>
              </a:rPr>
              <a:t>: 04</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851535"/>
            <a:ext cx="9116060" cy="3061970"/>
          </a:xfrm>
        </p:spPr>
        <p:txBody>
          <a:bodyPr/>
          <a:lstStyle/>
          <a:p>
            <a:pPr fontAlgn="t">
              <a:lnSpc>
                <a:spcPct val="150000"/>
              </a:lnSpc>
              <a:buClrTx/>
              <a:buNone/>
            </a:pPr>
            <a:r>
              <a:rPr lang="en-US" dirty="0" smtClean="0">
                <a:solidFill>
                  <a:schemeClr val="tx1"/>
                </a:solidFill>
              </a:rPr>
              <a:t>There are six persons A. B, C, D, E and F. C is the sister of F. B is the brother</a:t>
            </a:r>
            <a:endParaRPr lang="en-US" dirty="0" smtClean="0">
              <a:solidFill>
                <a:schemeClr val="tx1"/>
              </a:solidFill>
            </a:endParaRPr>
          </a:p>
          <a:p>
            <a:pPr fontAlgn="t">
              <a:lnSpc>
                <a:spcPct val="150000"/>
              </a:lnSpc>
              <a:buClrTx/>
              <a:buNone/>
            </a:pPr>
            <a:r>
              <a:rPr lang="en-US" dirty="0" smtClean="0">
                <a:solidFill>
                  <a:schemeClr val="tx1"/>
                </a:solidFill>
              </a:rPr>
              <a:t>of E's husband. D is the father of A and grandfather of F. There are two</a:t>
            </a:r>
            <a:endParaRPr lang="en-US" dirty="0" smtClean="0">
              <a:solidFill>
                <a:schemeClr val="tx1"/>
              </a:solidFill>
            </a:endParaRPr>
          </a:p>
          <a:p>
            <a:pPr fontAlgn="t">
              <a:lnSpc>
                <a:spcPct val="150000"/>
              </a:lnSpc>
              <a:buClrTx/>
              <a:buNone/>
            </a:pPr>
            <a:r>
              <a:rPr lang="en-US" dirty="0" smtClean="0">
                <a:solidFill>
                  <a:schemeClr val="tx1"/>
                </a:solidFill>
              </a:rPr>
              <a:t>fathers, three brothers and a mother in the group. Who is the mother ?</a:t>
            </a:r>
            <a:endParaRPr lang="en-US" dirty="0" smtClean="0">
              <a:solidFill>
                <a:schemeClr val="tx1"/>
              </a:solidFill>
            </a:endParaRPr>
          </a:p>
          <a:p>
            <a:pPr fontAlgn="t">
              <a:lnSpc>
                <a:spcPct val="150000"/>
              </a:lnSpc>
              <a:buClrTx/>
              <a:buFont typeface="+mj-lt"/>
              <a:buAutoNum type="alphaUcPeriod"/>
            </a:pPr>
            <a:r>
              <a:rPr lang="en-US" dirty="0" smtClean="0">
                <a:solidFill>
                  <a:schemeClr val="tx1"/>
                </a:solidFill>
              </a:rPr>
              <a:t>A</a:t>
            </a:r>
            <a:endParaRPr lang="en-US" dirty="0" smtClean="0">
              <a:solidFill>
                <a:schemeClr val="tx1"/>
              </a:solidFill>
            </a:endParaRPr>
          </a:p>
          <a:p>
            <a:pPr fontAlgn="t">
              <a:lnSpc>
                <a:spcPct val="150000"/>
              </a:lnSpc>
              <a:buClrTx/>
              <a:buFont typeface="+mj-lt"/>
              <a:buAutoNum type="alphaUcPeriod"/>
            </a:pPr>
            <a:r>
              <a:rPr lang="en-US" dirty="0" smtClean="0">
                <a:solidFill>
                  <a:schemeClr val="tx1"/>
                </a:solidFill>
              </a:rPr>
              <a:t>B</a:t>
            </a:r>
            <a:endParaRPr lang="en-US" dirty="0" smtClean="0">
              <a:solidFill>
                <a:schemeClr val="tx1"/>
              </a:solidFill>
            </a:endParaRPr>
          </a:p>
          <a:p>
            <a:pPr fontAlgn="t">
              <a:lnSpc>
                <a:spcPct val="150000"/>
              </a:lnSpc>
              <a:buClrTx/>
              <a:buFont typeface="+mj-lt"/>
              <a:buAutoNum type="alphaUcPeriod"/>
            </a:pPr>
            <a:r>
              <a:rPr lang="en-US" dirty="0" smtClean="0">
                <a:solidFill>
                  <a:schemeClr val="tx1"/>
                </a:solidFill>
              </a:rPr>
              <a:t>C</a:t>
            </a:r>
            <a:endParaRPr lang="en-US" dirty="0" smtClean="0">
              <a:solidFill>
                <a:schemeClr val="tx1"/>
              </a:solidFill>
            </a:endParaRPr>
          </a:p>
          <a:p>
            <a:pPr fontAlgn="t">
              <a:lnSpc>
                <a:spcPct val="150000"/>
              </a:lnSpc>
              <a:buClrTx/>
              <a:buFont typeface="+mj-lt"/>
              <a:buAutoNum type="alphaUcPeriod"/>
            </a:pPr>
            <a:r>
              <a:rPr lang="en-US" dirty="0" smtClean="0">
                <a:solidFill>
                  <a:schemeClr val="tx1"/>
                </a:solidFill>
              </a:rPr>
              <a:t>E</a:t>
            </a:r>
            <a:endParaRPr lang="en-US" dirty="0" smtClean="0">
              <a:solidFill>
                <a:schemeClr val="tx1"/>
              </a:solidFill>
            </a:endParaRPr>
          </a:p>
          <a:p>
            <a:pPr marL="114300" indent="0" fontAlgn="t">
              <a:lnSpc>
                <a:spcPct val="150000"/>
              </a:lnSpc>
              <a:buClrTx/>
              <a:buFont typeface="+mj-lt"/>
              <a:buNone/>
            </a:pPr>
            <a:r>
              <a:rPr lang="en-IN" dirty="0" smtClean="0">
                <a:solidFill>
                  <a:schemeClr val="tx1"/>
                </a:solidFill>
              </a:rPr>
              <a:t>                                                                                                   </a:t>
            </a:r>
            <a:r>
              <a:rPr lang="en-IN" dirty="0" smtClean="0">
                <a:solidFill>
                  <a:schemeClr val="tx1"/>
                </a:solidFill>
                <a:sym typeface="+mn-ea"/>
              </a:rPr>
              <a:t>Answer: E</a:t>
            </a:r>
            <a:endParaRPr lang="en-IN" dirty="0" smtClean="0">
              <a:solidFill>
                <a:schemeClr val="tx1"/>
              </a:solidFill>
            </a:endParaRPr>
          </a:p>
          <a:p>
            <a:pPr marL="114300" indent="0">
              <a:lnSpc>
                <a:spcPct val="150000"/>
              </a:lnSpc>
              <a:buNone/>
            </a:pPr>
            <a:r>
              <a:rPr lang="en-IN" dirty="0" smtClean="0">
                <a:solidFill>
                  <a:schemeClr val="tx1"/>
                </a:solidFill>
              </a:rPr>
              <a:t>                                                                                                                 </a:t>
            </a:r>
            <a:endParaRPr lang="en-IN" dirty="0" smtClean="0">
              <a:solidFill>
                <a:schemeClr val="tx1"/>
              </a:solidFill>
            </a:endParaRPr>
          </a:p>
          <a:p>
            <a:pPr marL="114300" indent="0">
              <a:lnSpc>
                <a:spcPct val="150000"/>
              </a:lnSpc>
              <a:buNone/>
            </a:pPr>
            <a:r>
              <a:rPr lang="en-IN" dirty="0" smtClean="0">
                <a:solidFill>
                  <a:schemeClr val="tx1"/>
                </a:solidFill>
              </a:rPr>
              <a:t>                                                                                                                     </a:t>
            </a:r>
            <a:endParaRPr lang="en-IN" dirty="0">
              <a:solidFill>
                <a:schemeClr val="tx1"/>
              </a:solidFill>
            </a:endParaRPr>
          </a:p>
          <a:p>
            <a:pPr marL="114300" indent="0">
              <a:buNone/>
            </a:pPr>
            <a:endParaRPr lang="en-IN" sz="1600"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05</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2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20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20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20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1820" y="1043189"/>
            <a:ext cx="8600480" cy="3016345"/>
          </a:xfrm>
        </p:spPr>
        <p:txBody>
          <a:bodyPr/>
          <a:lstStyle/>
          <a:p>
            <a:pPr>
              <a:buClrTx/>
              <a:buFont typeface="Wingdings" panose="05000000000000000000" pitchFamily="2" charset="2"/>
              <a:buChar char="Ø"/>
            </a:pPr>
            <a:r>
              <a:rPr lang="en-US" dirty="0" smtClean="0">
                <a:solidFill>
                  <a:schemeClr val="tx1"/>
                </a:solidFill>
              </a:rPr>
              <a:t>D is father of A and grandfather of F. So, A is father of F. </a:t>
            </a:r>
            <a:endParaRPr lang="en-US" dirty="0" smtClean="0">
              <a:solidFill>
                <a:schemeClr val="tx1"/>
              </a:solidFill>
            </a:endParaRPr>
          </a:p>
          <a:p>
            <a:pPr>
              <a:buClrTx/>
              <a:buFont typeface="Wingdings" panose="05000000000000000000" pitchFamily="2" charset="2"/>
              <a:buChar char="Ø"/>
            </a:pPr>
            <a:r>
              <a:rPr lang="en-US" dirty="0" smtClean="0">
                <a:solidFill>
                  <a:schemeClr val="tx1"/>
                </a:solidFill>
              </a:rPr>
              <a:t>Thus. D and A are the two fathers. C is the sister of F So. C is the daughter of A. </a:t>
            </a:r>
            <a:endParaRPr lang="en-US" dirty="0" smtClean="0">
              <a:solidFill>
                <a:schemeClr val="tx1"/>
              </a:solidFill>
            </a:endParaRPr>
          </a:p>
          <a:p>
            <a:pPr>
              <a:buClrTx/>
              <a:buFont typeface="Wingdings" panose="05000000000000000000" pitchFamily="2" charset="2"/>
              <a:buChar char="Ø"/>
            </a:pPr>
            <a:r>
              <a:rPr lang="en-US" dirty="0" smtClean="0">
                <a:solidFill>
                  <a:schemeClr val="tx1"/>
                </a:solidFill>
              </a:rPr>
              <a:t>Since there is only one mother, it is evident that E is the wife of A and hence the mother of C and F. </a:t>
            </a:r>
            <a:endParaRPr lang="en-US" dirty="0" smtClean="0">
              <a:solidFill>
                <a:schemeClr val="tx1"/>
              </a:solidFill>
            </a:endParaRPr>
          </a:p>
          <a:p>
            <a:pPr>
              <a:buClrTx/>
              <a:buFont typeface="Wingdings" panose="05000000000000000000" pitchFamily="2" charset="2"/>
              <a:buChar char="Ø"/>
            </a:pPr>
            <a:r>
              <a:rPr lang="en-US" dirty="0" smtClean="0">
                <a:solidFill>
                  <a:schemeClr val="tx1"/>
                </a:solidFill>
              </a:rPr>
              <a:t>So, B is brother of A There are three brothers. So. F is the brother of C. </a:t>
            </a:r>
            <a:endParaRPr lang="en-US" dirty="0" smtClean="0">
              <a:solidFill>
                <a:schemeClr val="tx1"/>
              </a:solidFill>
            </a:endParaRPr>
          </a:p>
          <a:p>
            <a:pPr>
              <a:buClrTx/>
              <a:buFont typeface="Wingdings" panose="05000000000000000000" pitchFamily="2" charset="2"/>
              <a:buChar char="Ø"/>
            </a:pPr>
            <a:r>
              <a:rPr lang="en-US" dirty="0" smtClean="0">
                <a:solidFill>
                  <a:schemeClr val="tx1"/>
                </a:solidFill>
              </a:rPr>
              <a:t>Clearly, A is E's Husband</a:t>
            </a:r>
            <a:endParaRPr lang="en-US" dirty="0" smtClean="0">
              <a:solidFill>
                <a:schemeClr val="tx1"/>
              </a:solidFill>
            </a:endParaRPr>
          </a:p>
          <a:p>
            <a:pPr>
              <a:lnSpc>
                <a:spcPct val="150000"/>
              </a:lnSpc>
              <a:buClrTx/>
              <a:buFont typeface="Wingdings" panose="05000000000000000000" pitchFamily="2" charset="2"/>
              <a:buChar char="Ø"/>
            </a:pP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a:t>
            </a:r>
            <a:r>
              <a:rPr lang="en-IN" sz="2000" b="1" dirty="0" smtClean="0">
                <a:ln w="6600">
                  <a:solidFill>
                    <a:schemeClr val="accent2"/>
                  </a:solidFill>
                  <a:prstDash val="solid"/>
                </a:ln>
                <a:solidFill>
                  <a:srgbClr val="FFFFFF"/>
                </a:solidFill>
                <a:effectLst>
                  <a:outerShdw dist="38100" dir="2700000" algn="tl" rotWithShape="0">
                    <a:schemeClr val="accent2"/>
                  </a:outerShdw>
                </a:effectLst>
              </a:rPr>
              <a:t>: 05</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902237"/>
            <a:ext cx="8815064" cy="3604677"/>
          </a:xfrm>
        </p:spPr>
        <p:txBody>
          <a:bodyPr/>
          <a:lstStyle/>
          <a:p>
            <a:pPr>
              <a:lnSpc>
                <a:spcPct val="150000"/>
              </a:lnSpc>
              <a:buNone/>
            </a:pPr>
            <a:r>
              <a:rPr lang="en-US" dirty="0" smtClean="0">
                <a:solidFill>
                  <a:schemeClr val="tx1"/>
                </a:solidFill>
              </a:rPr>
              <a:t>Looking at a portrait of a man, Harsh said, "His mother is the wife of my</a:t>
            </a:r>
            <a:endParaRPr lang="en-US" dirty="0" smtClean="0">
              <a:solidFill>
                <a:schemeClr val="tx1"/>
              </a:solidFill>
            </a:endParaRPr>
          </a:p>
          <a:p>
            <a:pPr>
              <a:lnSpc>
                <a:spcPct val="150000"/>
              </a:lnSpc>
              <a:buNone/>
            </a:pPr>
            <a:r>
              <a:rPr lang="en-US" dirty="0" smtClean="0">
                <a:solidFill>
                  <a:schemeClr val="tx1"/>
                </a:solidFill>
              </a:rPr>
              <a:t>father's son. Brothers and sisters I have none." At whose portrait was</a:t>
            </a:r>
            <a:endParaRPr lang="en-US" dirty="0" smtClean="0">
              <a:solidFill>
                <a:schemeClr val="tx1"/>
              </a:solidFill>
            </a:endParaRPr>
          </a:p>
          <a:p>
            <a:pPr>
              <a:lnSpc>
                <a:spcPct val="150000"/>
              </a:lnSpc>
              <a:buNone/>
            </a:pPr>
            <a:r>
              <a:rPr lang="en-US" dirty="0" smtClean="0">
                <a:solidFill>
                  <a:schemeClr val="tx1"/>
                </a:solidFill>
              </a:rPr>
              <a:t>Harsh looking? </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His son</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His cousin</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His uncle</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His nephew</a:t>
            </a:r>
            <a:endParaRPr lang="en-US" dirty="0" smtClean="0">
              <a:solidFill>
                <a:schemeClr val="tx1"/>
              </a:solidFill>
            </a:endParaRPr>
          </a:p>
          <a:p>
            <a:pPr fontAlgn="t">
              <a:lnSpc>
                <a:spcPct val="150000"/>
              </a:lnSpc>
              <a:buClrTx/>
              <a:buNone/>
            </a:pPr>
            <a:r>
              <a:rPr lang="en-IN" dirty="0" smtClean="0">
                <a:solidFill>
                  <a:schemeClr val="tx1"/>
                </a:solidFill>
              </a:rPr>
              <a:t>                                                                                                 </a:t>
            </a:r>
            <a:r>
              <a:rPr lang="en-IN" dirty="0" smtClean="0">
                <a:solidFill>
                  <a:schemeClr val="tx1"/>
                </a:solidFill>
                <a:sym typeface="+mn-ea"/>
              </a:rPr>
              <a:t>Answer: A</a:t>
            </a:r>
            <a:endParaRPr lang="en-IN" dirty="0" smtClean="0">
              <a:solidFill>
                <a:schemeClr val="tx1"/>
              </a:solidFill>
            </a:endParaRPr>
          </a:p>
          <a:p>
            <a:pPr fontAlgn="t">
              <a:lnSpc>
                <a:spcPct val="150000"/>
              </a:lnSpc>
              <a:buClrTx/>
              <a:buNone/>
            </a:pPr>
            <a:r>
              <a:rPr lang="en-IN" dirty="0" smtClean="0">
                <a:solidFill>
                  <a:schemeClr val="tx1"/>
                </a:solidFill>
              </a:rPr>
              <a:t>                                                                    </a:t>
            </a:r>
            <a:endParaRPr lang="en-IN" dirty="0" smtClean="0">
              <a:solidFill>
                <a:schemeClr val="tx1"/>
              </a:solidFill>
            </a:endParaRPr>
          </a:p>
          <a:p>
            <a:pPr marL="114300" indent="0">
              <a:lnSpc>
                <a:spcPct val="150000"/>
              </a:lnSpc>
              <a:buNone/>
            </a:pPr>
            <a:r>
              <a:rPr lang="en-IN" dirty="0" smtClean="0">
                <a:solidFill>
                  <a:schemeClr val="tx1"/>
                </a:solidFill>
              </a:rPr>
              <a:t>                                                                                                                     </a:t>
            </a:r>
            <a:endParaRPr lang="en-IN" dirty="0" smtClean="0">
              <a:solidFill>
                <a:schemeClr val="tx1"/>
              </a:solidFill>
            </a:endParaRPr>
          </a:p>
          <a:p>
            <a:pPr marL="114300" indent="0">
              <a:buNone/>
            </a:pPr>
            <a:endParaRPr lang="en-IN" sz="1600" dirty="0" smtClean="0">
              <a:solidFill>
                <a:schemeClr val="tx1"/>
              </a:solidFill>
            </a:endParaRPr>
          </a:p>
          <a:p>
            <a:pPr>
              <a:lnSpc>
                <a:spcPct val="150000"/>
              </a:lnSpc>
              <a:buNone/>
            </a:pPr>
            <a:endParaRPr lang="en-US" dirty="0" smtClean="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06</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2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20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20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20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18941" y="978794"/>
            <a:ext cx="8613359" cy="3578919"/>
          </a:xfrm>
        </p:spPr>
        <p:txBody>
          <a:bodyPr/>
          <a:lstStyle/>
          <a:p>
            <a:pPr>
              <a:lnSpc>
                <a:spcPct val="150000"/>
              </a:lnSpc>
              <a:buClrTx/>
              <a:buFont typeface="Wingdings" panose="05000000000000000000" pitchFamily="2" charset="2"/>
              <a:buChar char="Ø"/>
            </a:pPr>
            <a:r>
              <a:rPr lang="en-US" dirty="0" smtClean="0">
                <a:solidFill>
                  <a:schemeClr val="tx1"/>
                </a:solidFill>
              </a:rPr>
              <a:t>Since Harsh has no brother or sister, so he is his father's only son. Now, wife </a:t>
            </a:r>
            <a:endParaRPr lang="en-US" dirty="0" smtClean="0">
              <a:solidFill>
                <a:schemeClr val="tx1"/>
              </a:solidFill>
            </a:endParaRPr>
          </a:p>
          <a:p>
            <a:pPr>
              <a:lnSpc>
                <a:spcPct val="150000"/>
              </a:lnSpc>
              <a:buClrTx/>
              <a:buNone/>
            </a:pPr>
            <a:r>
              <a:rPr lang="en-US" dirty="0" smtClean="0">
                <a:solidFill>
                  <a:schemeClr val="tx1"/>
                </a:solidFill>
              </a:rPr>
              <a:t>Of my father's son — my wife. </a:t>
            </a:r>
            <a:endParaRPr lang="en-US" dirty="0" smtClean="0">
              <a:solidFill>
                <a:schemeClr val="tx1"/>
              </a:solidFill>
            </a:endParaRPr>
          </a:p>
          <a:p>
            <a:pPr>
              <a:lnSpc>
                <a:spcPct val="150000"/>
              </a:lnSpc>
              <a:buClrTx/>
              <a:buFont typeface="Wingdings" panose="05000000000000000000" pitchFamily="2" charset="2"/>
              <a:buChar char="Ø"/>
            </a:pPr>
            <a:r>
              <a:rPr lang="en-US" dirty="0" smtClean="0">
                <a:solidFill>
                  <a:schemeClr val="tx1"/>
                </a:solidFill>
              </a:rPr>
              <a:t>So, </a:t>
            </a:r>
            <a:r>
              <a:rPr lang="en-US" dirty="0" err="1" smtClean="0">
                <a:solidFill>
                  <a:schemeClr val="tx1"/>
                </a:solidFill>
              </a:rPr>
              <a:t>Harsh's</a:t>
            </a:r>
            <a:r>
              <a:rPr lang="en-US" dirty="0" smtClean="0">
                <a:solidFill>
                  <a:schemeClr val="tx1"/>
                </a:solidFill>
              </a:rPr>
              <a:t> wife is the man's mother or the man is </a:t>
            </a:r>
            <a:r>
              <a:rPr lang="en-US" dirty="0" err="1" smtClean="0">
                <a:solidFill>
                  <a:schemeClr val="tx1"/>
                </a:solidFill>
              </a:rPr>
              <a:t>Harsh's</a:t>
            </a:r>
            <a:r>
              <a:rPr lang="en-US" dirty="0" smtClean="0">
                <a:solidFill>
                  <a:schemeClr val="tx1"/>
                </a:solidFill>
              </a:rPr>
              <a:t> son.</a:t>
            </a:r>
            <a:endParaRPr lang="en-US" dirty="0" smtClean="0">
              <a:solidFill>
                <a:schemeClr val="tx1"/>
              </a:solidFill>
            </a:endParaRPr>
          </a:p>
          <a:p>
            <a:pPr marL="114300" indent="0">
              <a:lnSpc>
                <a:spcPct val="150000"/>
              </a:lnSpc>
              <a:buNone/>
            </a:pP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a:t>
            </a:r>
            <a:r>
              <a:rPr lang="en-IN" sz="2000" b="1" dirty="0" smtClean="0">
                <a:ln w="6600">
                  <a:solidFill>
                    <a:schemeClr val="accent2"/>
                  </a:solidFill>
                  <a:prstDash val="solid"/>
                </a:ln>
                <a:solidFill>
                  <a:srgbClr val="FFFFFF"/>
                </a:solidFill>
                <a:effectLst>
                  <a:outerShdw dist="38100" dir="2700000" algn="tl" rotWithShape="0">
                    <a:schemeClr val="accent2"/>
                  </a:outerShdw>
                </a:effectLst>
              </a:rPr>
              <a:t>: 06</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837127"/>
            <a:ext cx="8815064" cy="3720586"/>
          </a:xfrm>
        </p:spPr>
        <p:txBody>
          <a:bodyPr/>
          <a:lstStyle/>
          <a:p>
            <a:pPr>
              <a:lnSpc>
                <a:spcPct val="150000"/>
              </a:lnSpc>
              <a:buClrTx/>
              <a:buNone/>
            </a:pPr>
            <a:r>
              <a:rPr lang="en-US" dirty="0" smtClean="0">
                <a:solidFill>
                  <a:schemeClr val="tx1"/>
                </a:solidFill>
              </a:rPr>
              <a:t>A, B, C, D, E, F and G are members of a family consisting of four adults</a:t>
            </a:r>
            <a:endParaRPr lang="en-US" dirty="0" smtClean="0">
              <a:solidFill>
                <a:schemeClr val="tx1"/>
              </a:solidFill>
            </a:endParaRPr>
          </a:p>
          <a:p>
            <a:pPr>
              <a:lnSpc>
                <a:spcPct val="150000"/>
              </a:lnSpc>
              <a:buClrTx/>
              <a:buNone/>
            </a:pPr>
            <a:r>
              <a:rPr lang="en-US" dirty="0" smtClean="0">
                <a:solidFill>
                  <a:schemeClr val="tx1"/>
                </a:solidFill>
              </a:rPr>
              <a:t>and three children, two of whom, F and G are girls. A and D are brothers</a:t>
            </a:r>
            <a:endParaRPr lang="en-US" dirty="0" smtClean="0">
              <a:solidFill>
                <a:schemeClr val="tx1"/>
              </a:solidFill>
            </a:endParaRPr>
          </a:p>
          <a:p>
            <a:pPr>
              <a:lnSpc>
                <a:spcPct val="150000"/>
              </a:lnSpc>
              <a:buClrTx/>
              <a:buNone/>
            </a:pPr>
            <a:r>
              <a:rPr lang="en-US" dirty="0" smtClean="0">
                <a:solidFill>
                  <a:schemeClr val="tx1"/>
                </a:solidFill>
              </a:rPr>
              <a:t>and A is a doctor. E is an engineer married to one of the brothers and has</a:t>
            </a:r>
            <a:endParaRPr lang="en-US" dirty="0" smtClean="0">
              <a:solidFill>
                <a:schemeClr val="tx1"/>
              </a:solidFill>
            </a:endParaRPr>
          </a:p>
          <a:p>
            <a:pPr>
              <a:lnSpc>
                <a:spcPct val="150000"/>
              </a:lnSpc>
              <a:buClrTx/>
              <a:buNone/>
            </a:pPr>
            <a:r>
              <a:rPr lang="en-US" dirty="0" smtClean="0">
                <a:solidFill>
                  <a:schemeClr val="tx1"/>
                </a:solidFill>
              </a:rPr>
              <a:t>two children. if is married to D and G is their child. Who is C ? </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A's son</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E's daughter</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F's father</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G's brother</a:t>
            </a:r>
            <a:endParaRPr lang="en-US" dirty="0" smtClean="0">
              <a:solidFill>
                <a:schemeClr val="tx1"/>
              </a:solidFill>
            </a:endParaRPr>
          </a:p>
          <a:p>
            <a:pPr marL="114300" indent="0">
              <a:lnSpc>
                <a:spcPct val="150000"/>
              </a:lnSpc>
              <a:buClrTx/>
              <a:buFont typeface="+mj-lt"/>
              <a:buNone/>
            </a:pPr>
            <a:r>
              <a:rPr lang="en-US" dirty="0" smtClean="0">
                <a:solidFill>
                  <a:schemeClr val="tx1"/>
                </a:solidFill>
              </a:rPr>
              <a:t>                                                                                             </a:t>
            </a:r>
            <a:r>
              <a:rPr lang="en-IN" dirty="0" smtClean="0">
                <a:solidFill>
                  <a:schemeClr val="tx1"/>
                </a:solidFill>
                <a:sym typeface="+mn-ea"/>
              </a:rPr>
              <a:t>Answer: A</a:t>
            </a:r>
            <a:endParaRPr lang="en-US" dirty="0" smtClean="0">
              <a:solidFill>
                <a:schemeClr val="tx1"/>
              </a:solidFill>
            </a:endParaRPr>
          </a:p>
          <a:p>
            <a:pPr marL="114300" indent="0">
              <a:lnSpc>
                <a:spcPct val="150000"/>
              </a:lnSpc>
              <a:buNone/>
            </a:pPr>
            <a:r>
              <a:rPr lang="en-IN" dirty="0" smtClean="0">
                <a:solidFill>
                  <a:schemeClr val="tx1"/>
                </a:solidFill>
              </a:rPr>
              <a:t>                                                                                                                     </a:t>
            </a:r>
            <a:endParaRPr lang="en-IN" dirty="0" smtClean="0">
              <a:solidFill>
                <a:schemeClr val="tx1"/>
              </a:solidFill>
            </a:endParaRPr>
          </a:p>
          <a:p>
            <a:pPr>
              <a:lnSpc>
                <a:spcPct val="150000"/>
              </a:lnSpc>
              <a:buNone/>
            </a:pPr>
            <a:endParaRPr lang="en-IN" dirty="0" smtClean="0">
              <a:solidFill>
                <a:schemeClr val="tx1"/>
              </a:solidFill>
            </a:endParaRPr>
          </a:p>
          <a:p>
            <a:pPr marL="114300" indent="0">
              <a:lnSpc>
                <a:spcPct val="150000"/>
              </a:lnSpc>
              <a:buNone/>
            </a:pPr>
            <a:endParaRPr lang="en-IN" dirty="0" smtClean="0">
              <a:solidFill>
                <a:schemeClr val="tx1"/>
              </a:solidFill>
            </a:endParaRPr>
          </a:p>
          <a:p>
            <a:pPr marL="114300" indent="0">
              <a:lnSpc>
                <a:spcPct val="150000"/>
              </a:lnSpc>
              <a:buNone/>
            </a:pPr>
            <a:endParaRPr lang="en-IN" dirty="0">
              <a:solidFill>
                <a:schemeClr val="tx1"/>
              </a:solidFill>
            </a:endParaRPr>
          </a:p>
          <a:p>
            <a:pPr marL="114300" indent="0">
              <a:lnSpc>
                <a:spcPct val="150000"/>
              </a:lnSpc>
              <a:buNone/>
            </a:pP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07</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20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20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20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20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18941" y="1004552"/>
            <a:ext cx="8613359" cy="3553161"/>
          </a:xfrm>
        </p:spPr>
        <p:txBody>
          <a:bodyPr/>
          <a:lstStyle/>
          <a:p>
            <a:pPr>
              <a:lnSpc>
                <a:spcPct val="150000"/>
              </a:lnSpc>
              <a:buClrTx/>
              <a:buFont typeface="Wingdings" panose="05000000000000000000" pitchFamily="2" charset="2"/>
              <a:buChar char="Ø"/>
            </a:pPr>
            <a:r>
              <a:rPr lang="en-US" dirty="0" smtClean="0">
                <a:solidFill>
                  <a:schemeClr val="tx1"/>
                </a:solidFill>
              </a:rPr>
              <a:t>E is </a:t>
            </a:r>
            <a:r>
              <a:rPr lang="en-US" dirty="0" err="1" smtClean="0">
                <a:solidFill>
                  <a:schemeClr val="tx1"/>
                </a:solidFill>
              </a:rPr>
              <a:t>mamed</a:t>
            </a:r>
            <a:r>
              <a:rPr lang="en-US" dirty="0" smtClean="0">
                <a:solidFill>
                  <a:schemeClr val="tx1"/>
                </a:solidFill>
              </a:rPr>
              <a:t> to A or D. But B is </a:t>
            </a:r>
            <a:r>
              <a:rPr lang="en-US" dirty="0" err="1" smtClean="0">
                <a:solidFill>
                  <a:schemeClr val="tx1"/>
                </a:solidFill>
              </a:rPr>
              <a:t>marned</a:t>
            </a:r>
            <a:r>
              <a:rPr lang="en-US" dirty="0" smtClean="0">
                <a:solidFill>
                  <a:schemeClr val="tx1"/>
                </a:solidFill>
              </a:rPr>
              <a:t> to D. Thus, E is married to A. </a:t>
            </a:r>
            <a:endParaRPr lang="en-US" dirty="0" smtClean="0">
              <a:solidFill>
                <a:schemeClr val="tx1"/>
              </a:solidFill>
            </a:endParaRPr>
          </a:p>
          <a:p>
            <a:pPr>
              <a:lnSpc>
                <a:spcPct val="150000"/>
              </a:lnSpc>
              <a:buClrTx/>
              <a:buFont typeface="Wingdings" panose="05000000000000000000" pitchFamily="2" charset="2"/>
              <a:buChar char="Ø"/>
            </a:pPr>
            <a:r>
              <a:rPr lang="en-US" dirty="0" smtClean="0">
                <a:solidFill>
                  <a:schemeClr val="tx1"/>
                </a:solidFill>
              </a:rPr>
              <a:t>Thus, A, B, C, D, E are the four adults and C, F, G are the three children in the</a:t>
            </a:r>
            <a:endParaRPr lang="en-US" dirty="0" smtClean="0">
              <a:solidFill>
                <a:schemeClr val="tx1"/>
              </a:solidFill>
            </a:endParaRPr>
          </a:p>
          <a:p>
            <a:pPr>
              <a:lnSpc>
                <a:spcPct val="150000"/>
              </a:lnSpc>
              <a:buClrTx/>
              <a:buFont typeface="Wingdings" panose="05000000000000000000" pitchFamily="2" charset="2"/>
              <a:buChar char="Ø"/>
            </a:pPr>
            <a:r>
              <a:rPr lang="en-US" dirty="0" smtClean="0">
                <a:solidFill>
                  <a:schemeClr val="tx1"/>
                </a:solidFill>
              </a:rPr>
              <a:t>family. B and D have a child G. A and E have two children. They are C and F</a:t>
            </a:r>
            <a:endParaRPr lang="en-US" dirty="0" smtClean="0">
              <a:solidFill>
                <a:schemeClr val="tx1"/>
              </a:solidFill>
            </a:endParaRPr>
          </a:p>
          <a:p>
            <a:pPr>
              <a:lnSpc>
                <a:spcPct val="150000"/>
              </a:lnSpc>
              <a:buClrTx/>
              <a:buFont typeface="Wingdings" panose="05000000000000000000" pitchFamily="2" charset="2"/>
              <a:buChar char="Ø"/>
            </a:pPr>
            <a:r>
              <a:rPr lang="en-US" dirty="0" smtClean="0">
                <a:solidFill>
                  <a:schemeClr val="tx1"/>
                </a:solidFill>
              </a:rPr>
              <a:t>Now. only F and G are girls.</a:t>
            </a:r>
            <a:endParaRPr lang="en-US" dirty="0" smtClean="0">
              <a:solidFill>
                <a:schemeClr val="tx1"/>
              </a:solidFill>
            </a:endParaRPr>
          </a:p>
          <a:p>
            <a:pPr>
              <a:lnSpc>
                <a:spcPct val="150000"/>
              </a:lnSpc>
              <a:buClrTx/>
              <a:buFont typeface="Wingdings" panose="05000000000000000000" pitchFamily="2" charset="2"/>
              <a:buChar char="Ø"/>
            </a:pPr>
            <a:r>
              <a:rPr lang="en-US" dirty="0" smtClean="0">
                <a:solidFill>
                  <a:schemeClr val="tx1"/>
                </a:solidFill>
              </a:rPr>
              <a:t>So, C is a boy. Thus, C is A's or E's son. </a:t>
            </a:r>
            <a:endParaRPr lang="en-US" dirty="0" smtClean="0">
              <a:solidFill>
                <a:schemeClr val="tx1"/>
              </a:solidFill>
            </a:endParaRPr>
          </a:p>
          <a:p>
            <a:pPr>
              <a:lnSpc>
                <a:spcPct val="150000"/>
              </a:lnSpc>
              <a:buClrTx/>
              <a:buFont typeface="Wingdings" panose="05000000000000000000" pitchFamily="2" charset="2"/>
              <a:buChar char="Ø"/>
            </a:pP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a:t>
            </a:r>
            <a:r>
              <a:rPr lang="en-IN" sz="2000" b="1" dirty="0" smtClean="0">
                <a:ln w="6600">
                  <a:solidFill>
                    <a:schemeClr val="accent2"/>
                  </a:solidFill>
                  <a:prstDash val="solid"/>
                </a:ln>
                <a:solidFill>
                  <a:srgbClr val="FFFFFF"/>
                </a:solidFill>
                <a:effectLst>
                  <a:outerShdw dist="38100" dir="2700000" algn="tl" rotWithShape="0">
                    <a:schemeClr val="accent2"/>
                  </a:outerShdw>
                </a:effectLst>
              </a:rPr>
              <a:t>: 07</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902952"/>
            <a:ext cx="8815064" cy="3553161"/>
          </a:xfrm>
        </p:spPr>
        <p:txBody>
          <a:bodyPr/>
          <a:lstStyle/>
          <a:p>
            <a:pPr>
              <a:lnSpc>
                <a:spcPct val="150000"/>
              </a:lnSpc>
              <a:buClrTx/>
              <a:buNone/>
            </a:pPr>
            <a:r>
              <a:rPr lang="en-US" dirty="0" smtClean="0">
                <a:solidFill>
                  <a:schemeClr val="tx1"/>
                </a:solidFill>
              </a:rPr>
              <a:t>Pointing to a girl in the photograph, </a:t>
            </a:r>
            <a:r>
              <a:rPr lang="en-US" dirty="0" err="1" smtClean="0">
                <a:solidFill>
                  <a:schemeClr val="tx1"/>
                </a:solidFill>
              </a:rPr>
              <a:t>Amar</a:t>
            </a:r>
            <a:r>
              <a:rPr lang="en-US" dirty="0" smtClean="0">
                <a:solidFill>
                  <a:schemeClr val="tx1"/>
                </a:solidFill>
              </a:rPr>
              <a:t> said, "Her mother's brother is</a:t>
            </a:r>
            <a:endParaRPr lang="en-US" dirty="0" smtClean="0">
              <a:solidFill>
                <a:schemeClr val="tx1"/>
              </a:solidFill>
            </a:endParaRPr>
          </a:p>
          <a:p>
            <a:pPr>
              <a:lnSpc>
                <a:spcPct val="150000"/>
              </a:lnSpc>
              <a:buClrTx/>
              <a:buNone/>
            </a:pPr>
            <a:r>
              <a:rPr lang="en-US" dirty="0" smtClean="0">
                <a:solidFill>
                  <a:schemeClr val="tx1"/>
                </a:solidFill>
              </a:rPr>
              <a:t>the only son of my mother's father." How is the girl's mother related to</a:t>
            </a:r>
            <a:endParaRPr lang="en-US" dirty="0" smtClean="0">
              <a:solidFill>
                <a:schemeClr val="tx1"/>
              </a:solidFill>
            </a:endParaRPr>
          </a:p>
          <a:p>
            <a:pPr>
              <a:lnSpc>
                <a:spcPct val="150000"/>
              </a:lnSpc>
              <a:buClrTx/>
              <a:buNone/>
            </a:pPr>
            <a:r>
              <a:rPr lang="en-US" dirty="0" err="1" smtClean="0">
                <a:solidFill>
                  <a:schemeClr val="tx1"/>
                </a:solidFill>
              </a:rPr>
              <a:t>Amar</a:t>
            </a:r>
            <a:r>
              <a:rPr lang="en-US" dirty="0" smtClean="0">
                <a:solidFill>
                  <a:schemeClr val="tx1"/>
                </a:solidFill>
              </a:rPr>
              <a:t> ? </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Mother</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Sister</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Aunt</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Grandmother</a:t>
            </a:r>
            <a:endParaRPr lang="en-US" dirty="0" smtClean="0">
              <a:solidFill>
                <a:schemeClr val="tx1"/>
              </a:solidFill>
            </a:endParaRPr>
          </a:p>
          <a:p>
            <a:pPr marL="114300" indent="0">
              <a:lnSpc>
                <a:spcPct val="150000"/>
              </a:lnSpc>
              <a:buClrTx/>
              <a:buFont typeface="+mj-lt"/>
              <a:buNone/>
            </a:pPr>
            <a:r>
              <a:rPr lang="en-US" dirty="0" smtClean="0">
                <a:solidFill>
                  <a:schemeClr val="tx1"/>
                </a:solidFill>
              </a:rPr>
              <a:t>                                                                                                </a:t>
            </a:r>
            <a:r>
              <a:rPr lang="en-IN" dirty="0" smtClean="0">
                <a:solidFill>
                  <a:schemeClr val="tx1"/>
                </a:solidFill>
                <a:sym typeface="+mn-ea"/>
              </a:rPr>
              <a:t>Answer: C</a:t>
            </a:r>
            <a:endParaRPr lang="en-US" dirty="0" smtClean="0">
              <a:solidFill>
                <a:schemeClr val="tx1"/>
              </a:solidFill>
            </a:endParaRPr>
          </a:p>
          <a:p>
            <a:pPr fontAlgn="t">
              <a:lnSpc>
                <a:spcPct val="150000"/>
              </a:lnSpc>
              <a:buClrTx/>
              <a:buNone/>
            </a:pPr>
            <a:endParaRPr lang="en-IN" dirty="0" smtClean="0">
              <a:solidFill>
                <a:schemeClr val="tx1"/>
              </a:solidFill>
            </a:endParaRPr>
          </a:p>
          <a:p>
            <a:pPr fontAlgn="t">
              <a:lnSpc>
                <a:spcPct val="150000"/>
              </a:lnSpc>
              <a:buClrTx/>
              <a:buNone/>
            </a:pPr>
            <a:endParaRPr lang="en-IN" dirty="0" smtClean="0">
              <a:solidFill>
                <a:schemeClr val="tx1"/>
              </a:solidFill>
            </a:endParaRPr>
          </a:p>
          <a:p>
            <a:pPr fontAlgn="t">
              <a:lnSpc>
                <a:spcPct val="150000"/>
              </a:lnSpc>
              <a:buClrTx/>
              <a:buNone/>
            </a:pPr>
            <a:r>
              <a:rPr lang="en-IN" dirty="0" smtClean="0">
                <a:solidFill>
                  <a:schemeClr val="tx1"/>
                </a:solidFill>
              </a:rPr>
              <a:t>                                                                                                                     </a:t>
            </a:r>
            <a:endParaRPr lang="en-IN" dirty="0" smtClean="0">
              <a:solidFill>
                <a:schemeClr val="tx1"/>
              </a:solidFill>
            </a:endParaRPr>
          </a:p>
          <a:p>
            <a:pPr marL="114300" indent="0">
              <a:lnSpc>
                <a:spcPct val="150000"/>
              </a:lnSpc>
              <a:buNone/>
            </a:pP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08</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2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20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20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20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9093" y="862885"/>
            <a:ext cx="8523207" cy="3694828"/>
          </a:xfrm>
        </p:spPr>
        <p:txBody>
          <a:bodyPr/>
          <a:lstStyle/>
          <a:p>
            <a:pPr>
              <a:buClrTx/>
              <a:buFont typeface="Wingdings" panose="05000000000000000000" pitchFamily="2" charset="2"/>
              <a:buChar char="Ø"/>
            </a:pPr>
            <a:r>
              <a:rPr lang="en-US" dirty="0" smtClean="0">
                <a:solidFill>
                  <a:schemeClr val="tx1"/>
                </a:solidFill>
              </a:rPr>
              <a:t>Only son of </a:t>
            </a:r>
            <a:r>
              <a:rPr lang="en-US" dirty="0" err="1" smtClean="0">
                <a:solidFill>
                  <a:schemeClr val="tx1"/>
                </a:solidFill>
              </a:rPr>
              <a:t>Amar's</a:t>
            </a:r>
            <a:r>
              <a:rPr lang="en-US" dirty="0" smtClean="0">
                <a:solidFill>
                  <a:schemeClr val="tx1"/>
                </a:solidFill>
              </a:rPr>
              <a:t> mother's father — </a:t>
            </a:r>
            <a:r>
              <a:rPr lang="en-US" dirty="0" err="1" smtClean="0">
                <a:solidFill>
                  <a:schemeClr val="tx1"/>
                </a:solidFill>
              </a:rPr>
              <a:t>Amar's</a:t>
            </a:r>
            <a:r>
              <a:rPr lang="en-US" dirty="0" smtClean="0">
                <a:solidFill>
                  <a:schemeClr val="tx1"/>
                </a:solidFill>
              </a:rPr>
              <a:t> maternal uncle. </a:t>
            </a:r>
            <a:endParaRPr lang="en-US" dirty="0" smtClean="0">
              <a:solidFill>
                <a:schemeClr val="tx1"/>
              </a:solidFill>
            </a:endParaRPr>
          </a:p>
          <a:p>
            <a:pPr>
              <a:buClrTx/>
              <a:buNone/>
            </a:pPr>
            <a:endParaRPr lang="en-US" dirty="0" smtClean="0">
              <a:solidFill>
                <a:schemeClr val="tx1"/>
              </a:solidFill>
            </a:endParaRPr>
          </a:p>
          <a:p>
            <a:pPr>
              <a:buClrTx/>
              <a:buFont typeface="Wingdings" panose="05000000000000000000" pitchFamily="2" charset="2"/>
              <a:buChar char="Ø"/>
            </a:pPr>
            <a:r>
              <a:rPr lang="en-US" dirty="0" smtClean="0">
                <a:solidFill>
                  <a:schemeClr val="tx1"/>
                </a:solidFill>
              </a:rPr>
              <a:t>So, the girl's maternal uncle is </a:t>
            </a:r>
            <a:r>
              <a:rPr lang="en-US" dirty="0" err="1" smtClean="0">
                <a:solidFill>
                  <a:schemeClr val="tx1"/>
                </a:solidFill>
              </a:rPr>
              <a:t>Arnar's</a:t>
            </a:r>
            <a:r>
              <a:rPr lang="en-US" dirty="0" smtClean="0">
                <a:solidFill>
                  <a:schemeClr val="tx1"/>
                </a:solidFill>
              </a:rPr>
              <a:t> maternal uncle. Thus, the girl's mother is </a:t>
            </a:r>
            <a:r>
              <a:rPr lang="en-US" dirty="0" err="1" smtClean="0">
                <a:solidFill>
                  <a:schemeClr val="tx1"/>
                </a:solidFill>
              </a:rPr>
              <a:t>Amar's</a:t>
            </a:r>
            <a:r>
              <a:rPr lang="en-US" dirty="0" smtClean="0">
                <a:solidFill>
                  <a:schemeClr val="tx1"/>
                </a:solidFill>
              </a:rPr>
              <a:t> aunt. </a:t>
            </a:r>
            <a:endParaRPr lang="en-US" dirty="0" smtClean="0">
              <a:solidFill>
                <a:schemeClr val="tx1"/>
              </a:solidFill>
            </a:endParaRPr>
          </a:p>
          <a:p>
            <a:pPr>
              <a:buNone/>
            </a:pPr>
            <a:br>
              <a:rPr lang="en-US" dirty="0" smtClean="0"/>
            </a:br>
            <a:endParaRPr lang="en-IN" dirty="0" smtClean="0">
              <a:solidFill>
                <a:schemeClr val="tx1"/>
              </a:solidFill>
            </a:endParaRPr>
          </a:p>
          <a:p>
            <a:pPr>
              <a:buFont typeface="Wingdings" panose="05000000000000000000" pitchFamily="2" charset="2"/>
              <a:buChar char="Ø"/>
            </a:pPr>
            <a:endParaRPr lang="en-IN" dirty="0" smtClean="0">
              <a:solidFill>
                <a:schemeClr val="tx1"/>
              </a:solidFill>
            </a:endParaRPr>
          </a:p>
          <a:p>
            <a:pPr>
              <a:buFont typeface="Wingdings" panose="05000000000000000000" pitchFamily="2" charset="2"/>
              <a:buChar char="Ø"/>
            </a:pPr>
            <a:endParaRPr lang="en-IN" dirty="0">
              <a:solidFill>
                <a:schemeClr val="tx1"/>
              </a:solidFill>
            </a:endParaRPr>
          </a:p>
          <a:p>
            <a:endParaRPr lang="en-IN" sz="1600"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a:t>
            </a:r>
            <a:r>
              <a:rPr lang="en-IN" sz="2000" b="1" dirty="0" smtClean="0">
                <a:ln w="6600">
                  <a:solidFill>
                    <a:schemeClr val="accent2"/>
                  </a:solidFill>
                  <a:prstDash val="solid"/>
                </a:ln>
                <a:solidFill>
                  <a:srgbClr val="FFFFFF"/>
                </a:solidFill>
                <a:effectLst>
                  <a:outerShdw dist="38100" dir="2700000" algn="tl" rotWithShape="0">
                    <a:schemeClr val="accent2"/>
                  </a:outerShdw>
                </a:effectLst>
              </a:rPr>
              <a:t>: 08</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5120" y="1078785"/>
            <a:ext cx="8815064" cy="3669071"/>
          </a:xfrm>
        </p:spPr>
        <p:txBody>
          <a:bodyPr/>
          <a:lstStyle/>
          <a:p>
            <a:pPr>
              <a:lnSpc>
                <a:spcPct val="150000"/>
              </a:lnSpc>
              <a:buClrTx/>
              <a:buNone/>
            </a:pPr>
            <a:r>
              <a:rPr lang="en-IN" dirty="0">
                <a:solidFill>
                  <a:schemeClr val="tx1"/>
                </a:solidFill>
              </a:rPr>
              <a:t>There is a family of six persons A, B, C, D, E and F. They are Lawyer,</a:t>
            </a:r>
            <a:endParaRPr lang="en-IN" dirty="0">
              <a:solidFill>
                <a:schemeClr val="tx1"/>
              </a:solidFill>
            </a:endParaRPr>
          </a:p>
          <a:p>
            <a:pPr>
              <a:lnSpc>
                <a:spcPct val="150000"/>
              </a:lnSpc>
              <a:buClrTx/>
              <a:buNone/>
            </a:pPr>
            <a:r>
              <a:rPr lang="en-IN" dirty="0">
                <a:solidFill>
                  <a:schemeClr val="tx1"/>
                </a:solidFill>
              </a:rPr>
              <a:t>Doctor, Teacher, Salesman, Engineer and Accountant There are two</a:t>
            </a:r>
            <a:endParaRPr lang="en-IN" dirty="0">
              <a:solidFill>
                <a:schemeClr val="tx1"/>
              </a:solidFill>
            </a:endParaRPr>
          </a:p>
          <a:p>
            <a:pPr>
              <a:lnSpc>
                <a:spcPct val="150000"/>
              </a:lnSpc>
              <a:buClrTx/>
              <a:buNone/>
            </a:pPr>
            <a:r>
              <a:rPr lang="en-IN" dirty="0">
                <a:solidFill>
                  <a:schemeClr val="tx1"/>
                </a:solidFill>
              </a:rPr>
              <a:t>married couples in the family. D, the Salesman is married to the Lady</a:t>
            </a:r>
            <a:endParaRPr lang="en-IN" dirty="0">
              <a:solidFill>
                <a:schemeClr val="tx1"/>
              </a:solidFill>
            </a:endParaRPr>
          </a:p>
          <a:p>
            <a:pPr>
              <a:lnSpc>
                <a:spcPct val="150000"/>
              </a:lnSpc>
              <a:buClrTx/>
              <a:buNone/>
            </a:pPr>
            <a:r>
              <a:rPr lang="en-IN" dirty="0">
                <a:solidFill>
                  <a:schemeClr val="tx1"/>
                </a:solidFill>
              </a:rPr>
              <a:t>Teacher. The Doctor is married to the Lawyer. F, the Accountant is the</a:t>
            </a:r>
            <a:endParaRPr lang="en-IN" dirty="0">
              <a:solidFill>
                <a:schemeClr val="tx1"/>
              </a:solidFill>
            </a:endParaRPr>
          </a:p>
          <a:p>
            <a:pPr>
              <a:lnSpc>
                <a:spcPct val="150000"/>
              </a:lnSpc>
              <a:buClrTx/>
              <a:buNone/>
            </a:pPr>
            <a:r>
              <a:rPr lang="en-IN" dirty="0">
                <a:solidFill>
                  <a:schemeClr val="tx1"/>
                </a:solidFill>
              </a:rPr>
              <a:t>son of B and brother of E. C, the Lawyer is the daughter-in-law of A. E is</a:t>
            </a:r>
            <a:endParaRPr lang="en-IN" dirty="0">
              <a:solidFill>
                <a:schemeClr val="tx1"/>
              </a:solidFill>
            </a:endParaRPr>
          </a:p>
          <a:p>
            <a:pPr>
              <a:lnSpc>
                <a:spcPct val="150000"/>
              </a:lnSpc>
              <a:buClrTx/>
              <a:buNone/>
            </a:pPr>
            <a:r>
              <a:rPr lang="en-IN" dirty="0">
                <a:solidFill>
                  <a:schemeClr val="tx1"/>
                </a:solidFill>
              </a:rPr>
              <a:t>the unmarried Engineer. A is the grandmother of F. How is E related to F? </a:t>
            </a:r>
            <a:endParaRPr lang="en-IN" dirty="0">
              <a:solidFill>
                <a:schemeClr val="tx1"/>
              </a:solidFill>
            </a:endParaRPr>
          </a:p>
          <a:p>
            <a:pPr>
              <a:lnSpc>
                <a:spcPct val="150000"/>
              </a:lnSpc>
              <a:buClrTx/>
              <a:buNone/>
            </a:pPr>
            <a:r>
              <a:rPr lang="en-IN" dirty="0">
                <a:solidFill>
                  <a:schemeClr val="tx1"/>
                </a:solidFill>
              </a:rPr>
              <a:t>A. Brother       B.Cousin       C. Cannot be determined     D. Father</a:t>
            </a:r>
            <a:endParaRPr lang="en-IN" dirty="0">
              <a:solidFill>
                <a:schemeClr val="tx1"/>
              </a:solidFill>
            </a:endParaRPr>
          </a:p>
          <a:p>
            <a:pPr>
              <a:lnSpc>
                <a:spcPct val="150000"/>
              </a:lnSpc>
              <a:buClrTx/>
              <a:buNone/>
            </a:pPr>
            <a:endParaRPr lang="en-IN" dirty="0">
              <a:solidFill>
                <a:schemeClr val="tx1"/>
              </a:solidFill>
            </a:endParaRPr>
          </a:p>
          <a:p>
            <a:pPr>
              <a:lnSpc>
                <a:spcPct val="150000"/>
              </a:lnSpc>
              <a:buClrTx/>
              <a:buNone/>
            </a:pPr>
            <a:r>
              <a:rPr lang="en-IN" dirty="0">
                <a:solidFill>
                  <a:schemeClr val="tx1"/>
                </a:solidFill>
              </a:rPr>
              <a:t>                                                                                                   Answer: C </a:t>
            </a: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09</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3035" y="928370"/>
            <a:ext cx="8970010" cy="3540125"/>
          </a:xfrm>
        </p:spPr>
        <p:txBody>
          <a:bodyPr/>
          <a:lstStyle/>
          <a:p>
            <a:pPr>
              <a:buNone/>
            </a:pPr>
            <a:r>
              <a:rPr lang="en-IN" dirty="0">
                <a:solidFill>
                  <a:schemeClr val="tx1"/>
                </a:solidFill>
              </a:rPr>
              <a:t>C is the daughter-in-law of A who is the grandmother of F means C is</a:t>
            </a:r>
            <a:endParaRPr lang="en-IN" dirty="0">
              <a:solidFill>
                <a:schemeClr val="tx1"/>
              </a:solidFill>
            </a:endParaRPr>
          </a:p>
          <a:p>
            <a:pPr>
              <a:buNone/>
            </a:pPr>
            <a:r>
              <a:rPr lang="en-IN" dirty="0">
                <a:solidFill>
                  <a:schemeClr val="tx1"/>
                </a:solidFill>
              </a:rPr>
              <a:t>the mother of F. But F is the son of B. So. B is C's husband. But C, the</a:t>
            </a:r>
            <a:endParaRPr lang="en-IN" dirty="0">
              <a:solidFill>
                <a:schemeClr val="tx1"/>
              </a:solidFill>
            </a:endParaRPr>
          </a:p>
          <a:p>
            <a:pPr>
              <a:buNone/>
            </a:pPr>
            <a:r>
              <a:rPr lang="en-IN" dirty="0">
                <a:solidFill>
                  <a:schemeClr val="tx1"/>
                </a:solidFill>
              </a:rPr>
              <a:t>lawyer is married to the Doctor So. B is the Doctor. F, the Accountant  will</a:t>
            </a:r>
            <a:endParaRPr lang="en-IN" dirty="0">
              <a:solidFill>
                <a:schemeClr val="tx1"/>
              </a:solidFill>
            </a:endParaRPr>
          </a:p>
          <a:p>
            <a:pPr>
              <a:buNone/>
            </a:pPr>
            <a:r>
              <a:rPr lang="en-IN" dirty="0">
                <a:solidFill>
                  <a:schemeClr val="tx1"/>
                </a:solidFill>
              </a:rPr>
              <a:t>be the son of B and C. E is the unmarried Engineer So. the other mamed</a:t>
            </a:r>
            <a:endParaRPr lang="en-IN" dirty="0">
              <a:solidFill>
                <a:schemeClr val="tx1"/>
              </a:solidFill>
            </a:endParaRPr>
          </a:p>
          <a:p>
            <a:pPr>
              <a:buNone/>
            </a:pPr>
            <a:r>
              <a:rPr lang="en-IN" dirty="0">
                <a:solidFill>
                  <a:schemeClr val="tx1"/>
                </a:solidFill>
              </a:rPr>
              <a:t>couple can be that of grandmother of F i.e, A and D.  But D,</a:t>
            </a:r>
            <a:endParaRPr lang="en-IN" dirty="0">
              <a:solidFill>
                <a:schemeClr val="tx1"/>
              </a:solidFill>
            </a:endParaRPr>
          </a:p>
          <a:p>
            <a:pPr>
              <a:buNone/>
            </a:pPr>
            <a:r>
              <a:rPr lang="en-IN" dirty="0">
                <a:solidFill>
                  <a:schemeClr val="tx1"/>
                </a:solidFill>
              </a:rPr>
              <a:t>the Salesman, is married to the Lady Teacher. So. D, the Salesman, is the</a:t>
            </a:r>
            <a:endParaRPr lang="en-IN" dirty="0">
              <a:solidFill>
                <a:schemeClr val="tx1"/>
              </a:solidFill>
            </a:endParaRPr>
          </a:p>
          <a:p>
            <a:pPr>
              <a:buNone/>
            </a:pPr>
            <a:r>
              <a:rPr lang="en-IN" dirty="0">
                <a:solidFill>
                  <a:schemeClr val="tx1"/>
                </a:solidFill>
              </a:rPr>
              <a:t>grandfather of F. father of B and the husband of A, the Lady Teacher. </a:t>
            </a:r>
            <a:endParaRPr lang="en-IN" dirty="0">
              <a:solidFill>
                <a:schemeClr val="tx1"/>
              </a:solidFill>
            </a:endParaRPr>
          </a:p>
          <a:p>
            <a:pPr>
              <a:buNone/>
            </a:pPr>
            <a:r>
              <a:rPr lang="en-IN" dirty="0">
                <a:solidFill>
                  <a:schemeClr val="tx1"/>
                </a:solidFill>
              </a:rPr>
              <a:t>Clearly, from the given data, the relation between E and F cannot be determined.</a:t>
            </a: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a:t>
            </a:r>
            <a:r>
              <a:rPr lang="en-IN" sz="2000" b="1" dirty="0" smtClean="0">
                <a:ln w="6600">
                  <a:solidFill>
                    <a:schemeClr val="accent2"/>
                  </a:solidFill>
                  <a:prstDash val="solid"/>
                </a:ln>
                <a:solidFill>
                  <a:srgbClr val="FFFFFF"/>
                </a:solidFill>
                <a:effectLst>
                  <a:outerShdw dist="38100" dir="2700000" algn="tl" rotWithShape="0">
                    <a:schemeClr val="accent2"/>
                  </a:outerShdw>
                </a:effectLst>
              </a:rPr>
              <a:t>: 09</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902952"/>
            <a:ext cx="8815064" cy="3553161"/>
          </a:xfrm>
        </p:spPr>
        <p:txBody>
          <a:bodyPr/>
          <a:lstStyle/>
          <a:p>
            <a:pPr>
              <a:lnSpc>
                <a:spcPct val="150000"/>
              </a:lnSpc>
              <a:buClrTx/>
              <a:buNone/>
            </a:pPr>
            <a:r>
              <a:rPr lang="en-US" dirty="0" smtClean="0">
                <a:solidFill>
                  <a:schemeClr val="tx1"/>
                </a:solidFill>
              </a:rPr>
              <a:t>A is the brother of B. B is the brother of C. D is the father of A. Based on</a:t>
            </a:r>
            <a:endParaRPr lang="en-US" dirty="0" smtClean="0">
              <a:solidFill>
                <a:schemeClr val="tx1"/>
              </a:solidFill>
            </a:endParaRPr>
          </a:p>
          <a:p>
            <a:pPr>
              <a:lnSpc>
                <a:spcPct val="150000"/>
              </a:lnSpc>
              <a:buClrTx/>
              <a:buNone/>
            </a:pPr>
            <a:r>
              <a:rPr lang="en-US" dirty="0" smtClean="0">
                <a:solidFill>
                  <a:schemeClr val="tx1"/>
                </a:solidFill>
              </a:rPr>
              <a:t>these three statements, which of the following statements cannot be</a:t>
            </a:r>
            <a:endParaRPr lang="en-US" dirty="0" smtClean="0">
              <a:solidFill>
                <a:schemeClr val="tx1"/>
              </a:solidFill>
            </a:endParaRPr>
          </a:p>
          <a:p>
            <a:pPr>
              <a:lnSpc>
                <a:spcPct val="150000"/>
              </a:lnSpc>
              <a:buClrTx/>
              <a:buNone/>
            </a:pPr>
            <a:r>
              <a:rPr lang="en-US" dirty="0" smtClean="0">
                <a:solidFill>
                  <a:schemeClr val="tx1"/>
                </a:solidFill>
              </a:rPr>
              <a:t>definitely true ?</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B is the brother of A.</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B is the son of D.</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A is the brother of C.</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C is the brother of A.</a:t>
            </a:r>
            <a:endParaRPr lang="en-US" dirty="0" smtClean="0">
              <a:solidFill>
                <a:schemeClr val="tx1"/>
              </a:solidFill>
            </a:endParaRPr>
          </a:p>
          <a:p>
            <a:pPr marL="114300" indent="0">
              <a:lnSpc>
                <a:spcPct val="150000"/>
              </a:lnSpc>
              <a:buClrTx/>
              <a:buFont typeface="+mj-lt"/>
              <a:buNone/>
            </a:pPr>
            <a:r>
              <a:rPr lang="en-US" dirty="0" smtClean="0">
                <a:solidFill>
                  <a:schemeClr val="tx1"/>
                </a:solidFill>
              </a:rPr>
              <a:t>                                                                                                    </a:t>
            </a:r>
            <a:r>
              <a:rPr lang="en-IN" dirty="0" smtClean="0">
                <a:solidFill>
                  <a:schemeClr val="tx1"/>
                </a:solidFill>
                <a:sym typeface="+mn-ea"/>
              </a:rPr>
              <a:t>Answer: C</a:t>
            </a:r>
            <a:endParaRPr lang="en-IN" dirty="0">
              <a:solidFill>
                <a:schemeClr val="tx1"/>
              </a:solidFill>
            </a:endParaRPr>
          </a:p>
          <a:p>
            <a:pPr marL="114300" indent="0">
              <a:lnSpc>
                <a:spcPct val="150000"/>
              </a:lnSpc>
              <a:buClrTx/>
              <a:buFont typeface="+mj-lt"/>
              <a:buNone/>
            </a:pPr>
            <a:endParaRPr lang="en-US" dirty="0" smtClean="0">
              <a:solidFill>
                <a:schemeClr val="tx1"/>
              </a:solidFill>
            </a:endParaRPr>
          </a:p>
          <a:p>
            <a:pPr>
              <a:lnSpc>
                <a:spcPct val="150000"/>
              </a:lnSpc>
              <a:buClrTx/>
              <a:buNone/>
            </a:pPr>
            <a:endParaRPr lang="en-IN" dirty="0" smtClean="0">
              <a:solidFill>
                <a:schemeClr val="tx1"/>
              </a:solidFill>
            </a:endParaRPr>
          </a:p>
          <a:p>
            <a:pPr>
              <a:lnSpc>
                <a:spcPct val="150000"/>
              </a:lnSpc>
              <a:buClrTx/>
              <a:buNone/>
            </a:pPr>
            <a:endParaRPr lang="en-IN" dirty="0" smtClean="0">
              <a:solidFill>
                <a:schemeClr val="tx1"/>
              </a:solidFill>
            </a:endParaRPr>
          </a:p>
          <a:p>
            <a:pPr>
              <a:lnSpc>
                <a:spcPct val="150000"/>
              </a:lnSpc>
              <a:buClrTx/>
              <a:buNone/>
            </a:pPr>
            <a:r>
              <a:rPr lang="en-IN" dirty="0" smtClean="0">
                <a:solidFill>
                  <a:schemeClr val="tx1"/>
                </a:solidFill>
              </a:rPr>
              <a:t>                                                                                                                     </a:t>
            </a: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10</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2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20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20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20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83335" y="1017431"/>
            <a:ext cx="8548965" cy="3540282"/>
          </a:xfrm>
        </p:spPr>
        <p:txBody>
          <a:bodyPr/>
          <a:lstStyle/>
          <a:p>
            <a:pPr marL="114300" indent="0">
              <a:lnSpc>
                <a:spcPct val="150000"/>
              </a:lnSpc>
              <a:buClrTx/>
              <a:buFont typeface="Wingdings" panose="05000000000000000000" pitchFamily="2" charset="2"/>
              <a:buChar char="Ø"/>
            </a:pPr>
            <a:r>
              <a:rPr lang="en-US" dirty="0" smtClean="0"/>
              <a:t> </a:t>
            </a:r>
            <a:r>
              <a:rPr lang="en-US" dirty="0" smtClean="0">
                <a:solidFill>
                  <a:schemeClr val="tx1"/>
                </a:solidFill>
              </a:rPr>
              <a:t>A is the brother of B and B is the brother of C. So, C may be the brother or sister of A. </a:t>
            </a: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a:t>
            </a:r>
            <a:r>
              <a:rPr lang="en-IN" sz="2000" b="1" dirty="0" smtClean="0">
                <a:ln w="6600">
                  <a:solidFill>
                    <a:schemeClr val="accent2"/>
                  </a:solidFill>
                  <a:prstDash val="solid"/>
                </a:ln>
                <a:solidFill>
                  <a:srgbClr val="FFFFFF"/>
                </a:solidFill>
                <a:effectLst>
                  <a:outerShdw dist="38100" dir="2700000" algn="tl" rotWithShape="0">
                    <a:schemeClr val="accent2"/>
                  </a:outerShdw>
                </a:effectLst>
              </a:rPr>
              <a:t>: 10</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1755" y="1102896"/>
            <a:ext cx="8815064" cy="3540282"/>
          </a:xfrm>
        </p:spPr>
        <p:txBody>
          <a:bodyPr/>
          <a:lstStyle/>
          <a:p>
            <a:pPr>
              <a:lnSpc>
                <a:spcPct val="150000"/>
              </a:lnSpc>
              <a:buNone/>
            </a:pPr>
            <a:r>
              <a:rPr lang="en-US" dirty="0" smtClean="0">
                <a:solidFill>
                  <a:schemeClr val="tx1"/>
                </a:solidFill>
              </a:rPr>
              <a:t>Rita told Mani, "The girl I met yesterday at the beach was the youngest</a:t>
            </a:r>
            <a:endParaRPr lang="en-US" dirty="0" smtClean="0">
              <a:solidFill>
                <a:schemeClr val="tx1"/>
              </a:solidFill>
            </a:endParaRPr>
          </a:p>
          <a:p>
            <a:pPr>
              <a:lnSpc>
                <a:spcPct val="150000"/>
              </a:lnSpc>
              <a:buNone/>
            </a:pPr>
            <a:r>
              <a:rPr lang="en-US" dirty="0" smtClean="0">
                <a:solidFill>
                  <a:schemeClr val="tx1"/>
                </a:solidFill>
              </a:rPr>
              <a:t>daughter of the brother-in-law of my friend's mother." How is the girl</a:t>
            </a:r>
            <a:endParaRPr lang="en-US" dirty="0" smtClean="0">
              <a:solidFill>
                <a:schemeClr val="tx1"/>
              </a:solidFill>
            </a:endParaRPr>
          </a:p>
          <a:p>
            <a:pPr>
              <a:lnSpc>
                <a:spcPct val="150000"/>
              </a:lnSpc>
              <a:buNone/>
            </a:pPr>
            <a:r>
              <a:rPr lang="en-US" dirty="0" smtClean="0">
                <a:solidFill>
                  <a:schemeClr val="tx1"/>
                </a:solidFill>
              </a:rPr>
              <a:t>related to Rita's friend?</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Cousin</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Daughter</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Niece</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Friend</a:t>
            </a:r>
            <a:endParaRPr lang="en-US" dirty="0" smtClean="0">
              <a:solidFill>
                <a:schemeClr val="tx1"/>
              </a:solidFill>
            </a:endParaRPr>
          </a:p>
          <a:p>
            <a:pPr marL="114300" indent="0">
              <a:lnSpc>
                <a:spcPct val="150000"/>
              </a:lnSpc>
              <a:buClrTx/>
              <a:buFont typeface="+mj-lt"/>
              <a:buNone/>
            </a:pPr>
            <a:r>
              <a:rPr lang="en-US" dirty="0" smtClean="0">
                <a:solidFill>
                  <a:schemeClr val="tx1"/>
                </a:solidFill>
              </a:rPr>
              <a:t>                                                                                                  </a:t>
            </a:r>
            <a:r>
              <a:rPr lang="en-IN" dirty="0" smtClean="0">
                <a:solidFill>
                  <a:schemeClr val="tx1"/>
                </a:solidFill>
                <a:sym typeface="+mn-ea"/>
              </a:rPr>
              <a:t>Answer:</a:t>
            </a:r>
            <a:r>
              <a:rPr lang="en-US" dirty="0" smtClean="0">
                <a:solidFill>
                  <a:schemeClr val="tx1"/>
                </a:solidFill>
                <a:sym typeface="+mn-ea"/>
              </a:rPr>
              <a:t> A</a:t>
            </a:r>
            <a:endParaRPr lang="en-IN" dirty="0">
              <a:solidFill>
                <a:schemeClr val="tx1"/>
              </a:solidFill>
            </a:endParaRPr>
          </a:p>
          <a:p>
            <a:pPr marL="114300" indent="0">
              <a:lnSpc>
                <a:spcPct val="150000"/>
              </a:lnSpc>
              <a:buClrTx/>
              <a:buFont typeface="+mj-lt"/>
              <a:buNone/>
            </a:pPr>
            <a:endParaRPr lang="en-US" dirty="0" smtClean="0">
              <a:solidFill>
                <a:schemeClr val="tx1"/>
              </a:solidFill>
            </a:endParaRPr>
          </a:p>
          <a:p>
            <a:pPr marL="114300" indent="0">
              <a:lnSpc>
                <a:spcPct val="150000"/>
              </a:lnSpc>
              <a:buNone/>
            </a:pPr>
            <a:endParaRPr lang="en-IN" dirty="0" smtClean="0">
              <a:solidFill>
                <a:schemeClr val="tx1"/>
              </a:solidFill>
            </a:endParaRPr>
          </a:p>
          <a:p>
            <a:pPr marL="114300" indent="0">
              <a:lnSpc>
                <a:spcPct val="150000"/>
              </a:lnSpc>
              <a:buNone/>
            </a:pPr>
            <a:r>
              <a:rPr lang="en-IN" dirty="0" smtClean="0">
                <a:solidFill>
                  <a:schemeClr val="tx1"/>
                </a:solidFill>
              </a:rPr>
              <a:t>                                                                                                                     </a:t>
            </a: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11</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2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20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20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20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1821" y="927279"/>
            <a:ext cx="8600480" cy="3630434"/>
          </a:xfrm>
        </p:spPr>
        <p:txBody>
          <a:bodyPr/>
          <a:lstStyle/>
          <a:p>
            <a:pPr>
              <a:lnSpc>
                <a:spcPct val="150000"/>
              </a:lnSpc>
              <a:buClrTx/>
              <a:buFont typeface="Wingdings" panose="05000000000000000000" pitchFamily="2" charset="2"/>
              <a:buChar char="Ø"/>
            </a:pPr>
            <a:r>
              <a:rPr lang="en-US" dirty="0" smtClean="0">
                <a:solidFill>
                  <a:schemeClr val="tx1"/>
                </a:solidFill>
              </a:rPr>
              <a:t>Daughter of brother-in-law — Niece;</a:t>
            </a:r>
            <a:endParaRPr lang="en-US" dirty="0" smtClean="0">
              <a:solidFill>
                <a:schemeClr val="tx1"/>
              </a:solidFill>
            </a:endParaRPr>
          </a:p>
          <a:p>
            <a:pPr>
              <a:lnSpc>
                <a:spcPct val="150000"/>
              </a:lnSpc>
              <a:buClrTx/>
              <a:buFont typeface="Wingdings" panose="05000000000000000000" pitchFamily="2" charset="2"/>
              <a:buChar char="Ø"/>
            </a:pPr>
            <a:r>
              <a:rPr lang="en-US" dirty="0" smtClean="0">
                <a:solidFill>
                  <a:schemeClr val="tx1"/>
                </a:solidFill>
              </a:rPr>
              <a:t>Mother's niece — Cousin.</a:t>
            </a:r>
            <a:endParaRPr lang="en-US" dirty="0" smtClean="0">
              <a:solidFill>
                <a:schemeClr val="tx1"/>
              </a:solidFill>
            </a:endParaRPr>
          </a:p>
          <a:p>
            <a:pPr>
              <a:lnSpc>
                <a:spcPct val="150000"/>
              </a:lnSpc>
              <a:buClrTx/>
              <a:buFont typeface="Wingdings" panose="05000000000000000000" pitchFamily="2" charset="2"/>
              <a:buChar char="Ø"/>
            </a:pPr>
            <a:r>
              <a:rPr lang="en-US" dirty="0" smtClean="0">
                <a:solidFill>
                  <a:schemeClr val="tx1"/>
                </a:solidFill>
              </a:rPr>
              <a:t>So, the girl is the cousin of Rita's friend. </a:t>
            </a:r>
            <a:endParaRPr lang="en-US" dirty="0" smtClean="0">
              <a:solidFill>
                <a:schemeClr val="tx1"/>
              </a:solidFill>
            </a:endParaRPr>
          </a:p>
          <a:p>
            <a:pPr>
              <a:lnSpc>
                <a:spcPct val="150000"/>
              </a:lnSpc>
              <a:buClrTx/>
              <a:buNone/>
            </a:pPr>
            <a:br>
              <a:rPr lang="en-US" dirty="0" smtClean="0">
                <a:solidFill>
                  <a:schemeClr val="tx1"/>
                </a:solidFill>
              </a:rPr>
            </a:b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a:t>
            </a:r>
            <a:r>
              <a:rPr lang="en-IN" sz="2000" b="1" dirty="0" smtClean="0">
                <a:ln w="6600">
                  <a:solidFill>
                    <a:schemeClr val="accent2"/>
                  </a:solidFill>
                  <a:prstDash val="solid"/>
                </a:ln>
                <a:solidFill>
                  <a:srgbClr val="FFFFFF"/>
                </a:solidFill>
                <a:effectLst>
                  <a:outerShdw dist="38100" dir="2700000" algn="tl" rotWithShape="0">
                    <a:schemeClr val="accent2"/>
                  </a:outerShdw>
                </a:effectLst>
              </a:rPr>
              <a:t>: 11</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839637"/>
            <a:ext cx="8815064" cy="3540282"/>
          </a:xfrm>
        </p:spPr>
        <p:txBody>
          <a:bodyPr/>
          <a:lstStyle/>
          <a:p>
            <a:pPr marL="114300" indent="0">
              <a:lnSpc>
                <a:spcPct val="150000"/>
              </a:lnSpc>
              <a:buClrTx/>
              <a:buNone/>
            </a:pPr>
            <a:r>
              <a:rPr lang="en-US" dirty="0" smtClean="0">
                <a:solidFill>
                  <a:schemeClr val="tx1"/>
                </a:solidFill>
              </a:rPr>
              <a:t>In a family of six persons A, B, C, D, E and F, there are two married couples. If D is grandmother of A and mother of B; C is wife of B and mother of F;F is the grand daughter of E. Who among the following is one of the couples ? </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CD    </a:t>
            </a:r>
            <a:endParaRPr lang="en-US" dirty="0">
              <a:solidFill>
                <a:schemeClr val="tx1"/>
              </a:solidFill>
            </a:endParaRPr>
          </a:p>
          <a:p>
            <a:pPr>
              <a:lnSpc>
                <a:spcPct val="150000"/>
              </a:lnSpc>
              <a:buClrTx/>
              <a:buFont typeface="+mj-lt"/>
              <a:buAutoNum type="alphaUcPeriod"/>
            </a:pPr>
            <a:r>
              <a:rPr lang="en-US" dirty="0" smtClean="0">
                <a:solidFill>
                  <a:schemeClr val="tx1"/>
                </a:solidFill>
              </a:rPr>
              <a:t>EB</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DE    </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None of these</a:t>
            </a:r>
            <a:endParaRPr lang="en-US" dirty="0" smtClean="0">
              <a:solidFill>
                <a:schemeClr val="tx1"/>
              </a:solidFill>
            </a:endParaRPr>
          </a:p>
          <a:p>
            <a:pPr marL="114300" indent="0">
              <a:lnSpc>
                <a:spcPct val="150000"/>
              </a:lnSpc>
              <a:buClrTx/>
              <a:buFont typeface="+mj-lt"/>
              <a:buNone/>
            </a:pPr>
            <a:r>
              <a:rPr lang="en-US" dirty="0" smtClean="0">
                <a:solidFill>
                  <a:schemeClr val="tx1"/>
                </a:solidFill>
              </a:rPr>
              <a:t>                                                                                                     </a:t>
            </a:r>
            <a:r>
              <a:rPr lang="en-IN" dirty="0" smtClean="0">
                <a:solidFill>
                  <a:schemeClr val="tx1"/>
                </a:solidFill>
                <a:sym typeface="+mn-ea"/>
              </a:rPr>
              <a:t>Answer: D</a:t>
            </a:r>
            <a:endParaRPr lang="en-IN" dirty="0">
              <a:solidFill>
                <a:schemeClr val="tx1"/>
              </a:solidFill>
            </a:endParaRPr>
          </a:p>
          <a:p>
            <a:pPr marL="114300" indent="0">
              <a:lnSpc>
                <a:spcPct val="150000"/>
              </a:lnSpc>
              <a:buClrTx/>
              <a:buFont typeface="+mj-lt"/>
              <a:buNone/>
            </a:pPr>
            <a:endParaRPr lang="en-US" dirty="0" smtClean="0">
              <a:solidFill>
                <a:schemeClr val="tx1"/>
              </a:solidFill>
            </a:endParaRPr>
          </a:p>
          <a:p>
            <a:pPr>
              <a:lnSpc>
                <a:spcPct val="150000"/>
              </a:lnSpc>
              <a:buClrTx/>
              <a:buNone/>
            </a:pPr>
            <a:endParaRPr lang="en-IN" dirty="0" smtClean="0">
              <a:solidFill>
                <a:schemeClr val="tx1"/>
              </a:solidFill>
            </a:endParaRPr>
          </a:p>
          <a:p>
            <a:pPr marL="114300" indent="0">
              <a:lnSpc>
                <a:spcPct val="150000"/>
              </a:lnSpc>
              <a:buNone/>
            </a:pPr>
            <a:r>
              <a:rPr lang="en-IN" dirty="0" smtClean="0">
                <a:solidFill>
                  <a:schemeClr val="tx1"/>
                </a:solidFill>
              </a:rPr>
              <a:t>                                                                                                                     </a:t>
            </a: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12</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83335" y="1017431"/>
            <a:ext cx="8548965" cy="3540282"/>
          </a:xfrm>
        </p:spPr>
        <p:txBody>
          <a:bodyPr/>
          <a:lstStyle/>
          <a:p>
            <a:pPr>
              <a:lnSpc>
                <a:spcPct val="150000"/>
              </a:lnSpc>
              <a:buClrTx/>
              <a:buFont typeface="Wingdings" panose="05000000000000000000" pitchFamily="2" charset="2"/>
              <a:buChar char="Ø"/>
            </a:pPr>
            <a:r>
              <a:rPr lang="en-US" dirty="0" smtClean="0">
                <a:solidFill>
                  <a:schemeClr val="tx1"/>
                </a:solidFill>
              </a:rPr>
              <a:t>C is wife of B. So, one couple is BC. Now, D in grandmother of A, B is the son of D and his wife C is the mother of F. SO, D is also the grandmother of F But F is the granddaughter of E. </a:t>
            </a:r>
            <a:endParaRPr lang="en-US" dirty="0" smtClean="0">
              <a:solidFill>
                <a:schemeClr val="tx1"/>
              </a:solidFill>
            </a:endParaRPr>
          </a:p>
          <a:p>
            <a:pPr>
              <a:lnSpc>
                <a:spcPct val="150000"/>
              </a:lnSpc>
              <a:buClrTx/>
              <a:buFont typeface="Wingdings" panose="05000000000000000000" pitchFamily="2" charset="2"/>
              <a:buChar char="Ø"/>
            </a:pPr>
            <a:r>
              <a:rPr lang="en-US" dirty="0" smtClean="0">
                <a:solidFill>
                  <a:schemeClr val="tx1"/>
                </a:solidFill>
              </a:rPr>
              <a:t>So, E is the grandfather of F and the husband of D. Thus, DF is another couple </a:t>
            </a:r>
            <a:endParaRPr lang="en-US" dirty="0" smtClean="0">
              <a:solidFill>
                <a:schemeClr val="tx1"/>
              </a:solidFill>
            </a:endParaRPr>
          </a:p>
          <a:p>
            <a:pPr marL="114300" indent="0">
              <a:lnSpc>
                <a:spcPct val="150000"/>
              </a:lnSpc>
              <a:buClrTx/>
              <a:buFont typeface="Wingdings" panose="05000000000000000000" pitchFamily="2" charset="2"/>
              <a:buChar char="Ø"/>
            </a:pP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a:t>
            </a:r>
            <a:r>
              <a:rPr lang="en-IN" sz="2000" b="1" dirty="0" smtClean="0">
                <a:ln w="6600">
                  <a:solidFill>
                    <a:schemeClr val="accent2"/>
                  </a:solidFill>
                  <a:prstDash val="solid"/>
                </a:ln>
                <a:solidFill>
                  <a:srgbClr val="FFFFFF"/>
                </a:solidFill>
                <a:effectLst>
                  <a:outerShdw dist="38100" dir="2700000" algn="tl" rotWithShape="0">
                    <a:schemeClr val="accent2"/>
                  </a:outerShdw>
                </a:effectLst>
              </a:rPr>
              <a:t>: 12</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839637"/>
            <a:ext cx="8815064" cy="3540282"/>
          </a:xfrm>
        </p:spPr>
        <p:txBody>
          <a:bodyPr/>
          <a:lstStyle/>
          <a:p>
            <a:pPr>
              <a:lnSpc>
                <a:spcPct val="150000"/>
              </a:lnSpc>
              <a:buClrTx/>
              <a:buNone/>
            </a:pPr>
            <a:r>
              <a:rPr lang="en-US" dirty="0" smtClean="0">
                <a:solidFill>
                  <a:schemeClr val="tx1"/>
                </a:solidFill>
              </a:rPr>
              <a:t>A woman going with a boy is asked by another woman about their</a:t>
            </a:r>
            <a:endParaRPr lang="en-US" dirty="0" smtClean="0">
              <a:solidFill>
                <a:schemeClr val="tx1"/>
              </a:solidFill>
            </a:endParaRPr>
          </a:p>
          <a:p>
            <a:pPr>
              <a:lnSpc>
                <a:spcPct val="150000"/>
              </a:lnSpc>
              <a:buClrTx/>
              <a:buNone/>
            </a:pPr>
            <a:r>
              <a:rPr lang="en-US" dirty="0" smtClean="0">
                <a:solidFill>
                  <a:schemeClr val="tx1"/>
                </a:solidFill>
              </a:rPr>
              <a:t>relationship between them. The woman replied, "My maternal Uncle and</a:t>
            </a:r>
            <a:endParaRPr lang="en-US" dirty="0" smtClean="0">
              <a:solidFill>
                <a:schemeClr val="tx1"/>
              </a:solidFill>
            </a:endParaRPr>
          </a:p>
          <a:p>
            <a:pPr>
              <a:lnSpc>
                <a:spcPct val="150000"/>
              </a:lnSpc>
              <a:buClrTx/>
              <a:buNone/>
            </a:pPr>
            <a:r>
              <a:rPr lang="en-US" dirty="0" smtClean="0">
                <a:solidFill>
                  <a:schemeClr val="tx1"/>
                </a:solidFill>
              </a:rPr>
              <a:t>the uncle of his maternal uncle is the same". How is the lady related with</a:t>
            </a:r>
            <a:endParaRPr lang="en-US" dirty="0" smtClean="0">
              <a:solidFill>
                <a:schemeClr val="tx1"/>
              </a:solidFill>
            </a:endParaRPr>
          </a:p>
          <a:p>
            <a:pPr>
              <a:lnSpc>
                <a:spcPct val="150000"/>
              </a:lnSpc>
              <a:buClrTx/>
              <a:buNone/>
            </a:pPr>
            <a:r>
              <a:rPr lang="en-US" dirty="0" smtClean="0">
                <a:solidFill>
                  <a:schemeClr val="tx1"/>
                </a:solidFill>
              </a:rPr>
              <a:t>that boy?</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Grandmother and Grandson</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Mother and Son</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Aunt and Nephew</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None of these</a:t>
            </a:r>
            <a:endParaRPr lang="en-US" dirty="0" smtClean="0">
              <a:solidFill>
                <a:schemeClr val="tx1"/>
              </a:solidFill>
            </a:endParaRPr>
          </a:p>
          <a:p>
            <a:pPr marL="114300" indent="0">
              <a:lnSpc>
                <a:spcPct val="150000"/>
              </a:lnSpc>
              <a:buClrTx/>
              <a:buFont typeface="+mj-lt"/>
              <a:buNone/>
            </a:pPr>
            <a:r>
              <a:rPr lang="en-US" dirty="0" smtClean="0">
                <a:solidFill>
                  <a:schemeClr val="tx1"/>
                </a:solidFill>
              </a:rPr>
              <a:t>                                                                                                </a:t>
            </a:r>
            <a:r>
              <a:rPr lang="en-IN" dirty="0" smtClean="0">
                <a:solidFill>
                  <a:schemeClr val="tx1"/>
                </a:solidFill>
                <a:sym typeface="+mn-ea"/>
              </a:rPr>
              <a:t>Answer: C</a:t>
            </a:r>
            <a:endParaRPr lang="en-IN" dirty="0">
              <a:solidFill>
                <a:schemeClr val="tx1"/>
              </a:solidFill>
            </a:endParaRPr>
          </a:p>
          <a:p>
            <a:pPr marL="114300" indent="0">
              <a:lnSpc>
                <a:spcPct val="150000"/>
              </a:lnSpc>
              <a:buClrTx/>
              <a:buFont typeface="+mj-lt"/>
              <a:buNone/>
            </a:pPr>
            <a:endParaRPr lang="en-US" dirty="0" smtClean="0">
              <a:solidFill>
                <a:schemeClr val="tx1"/>
              </a:solidFill>
            </a:endParaRPr>
          </a:p>
          <a:p>
            <a:pPr marL="114300" indent="0">
              <a:lnSpc>
                <a:spcPct val="150000"/>
              </a:lnSpc>
              <a:buNone/>
            </a:pPr>
            <a:endParaRPr lang="en-IN" dirty="0" smtClean="0">
              <a:solidFill>
                <a:schemeClr val="tx1"/>
              </a:solidFill>
            </a:endParaRPr>
          </a:p>
          <a:p>
            <a:pPr marL="114300" indent="0">
              <a:lnSpc>
                <a:spcPct val="150000"/>
              </a:lnSpc>
              <a:buNone/>
            </a:pPr>
            <a:r>
              <a:rPr lang="en-IN" dirty="0" smtClean="0">
                <a:solidFill>
                  <a:schemeClr val="tx1"/>
                </a:solidFill>
              </a:rPr>
              <a:t>                                                                                                                     </a:t>
            </a: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13</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20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20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20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20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83335" y="1017431"/>
            <a:ext cx="8548965" cy="3540282"/>
          </a:xfrm>
        </p:spPr>
        <p:txBody>
          <a:bodyPr/>
          <a:lstStyle/>
          <a:p>
            <a:pPr marL="114300" indent="0">
              <a:lnSpc>
                <a:spcPct val="150000"/>
              </a:lnSpc>
              <a:buClrTx/>
              <a:buFont typeface="Wingdings" panose="05000000000000000000" pitchFamily="2" charset="2"/>
              <a:buChar char="Ø"/>
            </a:pPr>
            <a:r>
              <a:rPr lang="en-US" dirty="0" smtClean="0">
                <a:solidFill>
                  <a:schemeClr val="tx1"/>
                </a:solidFill>
              </a:rPr>
              <a:t> Clearly, the brother of woman's mother is the same as the brother of the father of boy's maternal uncle. So, the woman's mother's brother is the boy's maternal uncle's father. Thus the woman's mother's brother's son is boy's maternal uncle, </a:t>
            </a:r>
            <a:r>
              <a:rPr lang="en-US" dirty="0" err="1" smtClean="0">
                <a:solidFill>
                  <a:schemeClr val="tx1"/>
                </a:solidFill>
              </a:rPr>
              <a:t>i.e</a:t>
            </a:r>
            <a:r>
              <a:rPr lang="en-US" dirty="0" smtClean="0">
                <a:solidFill>
                  <a:schemeClr val="tx1"/>
                </a:solidFill>
              </a:rPr>
              <a:t> woman's mother's  brother's daughter is boy's mother.</a:t>
            </a: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a:t>
            </a:r>
            <a:r>
              <a:rPr lang="en-IN" sz="2000" b="1" dirty="0" smtClean="0">
                <a:ln w="6600">
                  <a:solidFill>
                    <a:schemeClr val="accent2"/>
                  </a:solidFill>
                  <a:prstDash val="solid"/>
                </a:ln>
                <a:solidFill>
                  <a:srgbClr val="FFFFFF"/>
                </a:solidFill>
                <a:effectLst>
                  <a:outerShdw dist="38100" dir="2700000" algn="tl" rotWithShape="0">
                    <a:schemeClr val="accent2"/>
                  </a:outerShdw>
                </a:effectLst>
              </a:rPr>
              <a:t>: 13</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841375"/>
            <a:ext cx="9163685" cy="3540125"/>
          </a:xfrm>
        </p:spPr>
        <p:txBody>
          <a:bodyPr/>
          <a:lstStyle/>
          <a:p>
            <a:pPr>
              <a:lnSpc>
                <a:spcPct val="150000"/>
              </a:lnSpc>
              <a:buNone/>
            </a:pPr>
            <a:r>
              <a:rPr lang="en-US" dirty="0" smtClean="0">
                <a:solidFill>
                  <a:schemeClr val="tx1"/>
                </a:solidFill>
              </a:rPr>
              <a:t>All the six members of a family A, B, C, D, E and F are travelling together.</a:t>
            </a:r>
            <a:endParaRPr lang="en-US" dirty="0" smtClean="0">
              <a:solidFill>
                <a:schemeClr val="tx1"/>
              </a:solidFill>
            </a:endParaRPr>
          </a:p>
          <a:p>
            <a:pPr>
              <a:lnSpc>
                <a:spcPct val="150000"/>
              </a:lnSpc>
              <a:buNone/>
            </a:pPr>
            <a:r>
              <a:rPr lang="en-US" dirty="0" smtClean="0">
                <a:solidFill>
                  <a:schemeClr val="tx1"/>
                </a:solidFill>
              </a:rPr>
              <a:t>B is the son of C but C is not the mother of B. A and C are a married couple.</a:t>
            </a:r>
            <a:endParaRPr lang="en-US" dirty="0" smtClean="0">
              <a:solidFill>
                <a:schemeClr val="tx1"/>
              </a:solidFill>
            </a:endParaRPr>
          </a:p>
          <a:p>
            <a:pPr>
              <a:lnSpc>
                <a:spcPct val="150000"/>
              </a:lnSpc>
              <a:buNone/>
            </a:pPr>
            <a:r>
              <a:rPr lang="en-US" dirty="0" smtClean="0">
                <a:solidFill>
                  <a:schemeClr val="tx1"/>
                </a:solidFill>
              </a:rPr>
              <a:t>E is the brother of C. D is the daughter of A. F is the brother of B. Who is the</a:t>
            </a:r>
            <a:endParaRPr lang="en-US" dirty="0" smtClean="0">
              <a:solidFill>
                <a:schemeClr val="tx1"/>
              </a:solidFill>
            </a:endParaRPr>
          </a:p>
          <a:p>
            <a:pPr>
              <a:lnSpc>
                <a:spcPct val="150000"/>
              </a:lnSpc>
              <a:buNone/>
            </a:pPr>
            <a:r>
              <a:rPr lang="en-US" dirty="0" smtClean="0">
                <a:solidFill>
                  <a:schemeClr val="tx1"/>
                </a:solidFill>
              </a:rPr>
              <a:t>mother of B ? </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D</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F</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B</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A</a:t>
            </a:r>
            <a:endParaRPr lang="en-US" dirty="0" smtClean="0">
              <a:solidFill>
                <a:schemeClr val="tx1"/>
              </a:solidFill>
            </a:endParaRPr>
          </a:p>
          <a:p>
            <a:pPr marL="114300" indent="0">
              <a:lnSpc>
                <a:spcPct val="150000"/>
              </a:lnSpc>
              <a:buClrTx/>
              <a:buFont typeface="+mj-lt"/>
              <a:buNone/>
            </a:pPr>
            <a:r>
              <a:rPr lang="en-US" dirty="0" smtClean="0">
                <a:solidFill>
                  <a:schemeClr val="tx1"/>
                </a:solidFill>
              </a:rPr>
              <a:t>                                                                                                       </a:t>
            </a:r>
            <a:r>
              <a:rPr lang="en-IN" dirty="0" smtClean="0">
                <a:solidFill>
                  <a:schemeClr val="tx1"/>
                </a:solidFill>
                <a:sym typeface="+mn-ea"/>
              </a:rPr>
              <a:t>Answer: D </a:t>
            </a:r>
            <a:endParaRPr lang="en-IN" dirty="0" smtClean="0">
              <a:solidFill>
                <a:schemeClr val="tx1"/>
              </a:solidFill>
            </a:endParaRPr>
          </a:p>
          <a:p>
            <a:pPr marL="114300" indent="0">
              <a:lnSpc>
                <a:spcPct val="150000"/>
              </a:lnSpc>
              <a:buClrTx/>
              <a:buFont typeface="+mj-lt"/>
              <a:buNone/>
            </a:pPr>
            <a:endParaRPr lang="en-US" dirty="0" smtClean="0">
              <a:solidFill>
                <a:schemeClr val="tx1"/>
              </a:solidFill>
            </a:endParaRPr>
          </a:p>
          <a:p>
            <a:pPr fontAlgn="b">
              <a:lnSpc>
                <a:spcPct val="150000"/>
              </a:lnSpc>
              <a:buClrTx/>
              <a:buNone/>
            </a:pPr>
            <a:r>
              <a:rPr lang="en-US" dirty="0" smtClean="0">
                <a:solidFill>
                  <a:schemeClr val="tx1"/>
                </a:solidFill>
              </a:rPr>
              <a:t>                                                                                                                     </a:t>
            </a:r>
            <a:endParaRPr lang="en-US" dirty="0" smtClean="0">
              <a:solidFill>
                <a:schemeClr val="tx1"/>
              </a:solidFill>
            </a:endParaRPr>
          </a:p>
          <a:p>
            <a:pPr fontAlgn="b">
              <a:lnSpc>
                <a:spcPct val="150000"/>
              </a:lnSpc>
              <a:buClrTx/>
              <a:buNone/>
            </a:pPr>
            <a:r>
              <a:rPr lang="en-US" dirty="0">
                <a:solidFill>
                  <a:schemeClr val="tx1"/>
                </a:solidFill>
              </a:rPr>
              <a:t> </a:t>
            </a:r>
            <a:r>
              <a:rPr lang="en-US" dirty="0" smtClean="0">
                <a:solidFill>
                  <a:schemeClr val="tx1"/>
                </a:solidFill>
              </a:rPr>
              <a:t>                                                                                                                    </a:t>
            </a: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14</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20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20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20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20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18941" y="978795"/>
            <a:ext cx="8548965" cy="3540282"/>
          </a:xfrm>
        </p:spPr>
        <p:txBody>
          <a:bodyPr/>
          <a:lstStyle/>
          <a:p>
            <a:pPr>
              <a:lnSpc>
                <a:spcPct val="150000"/>
              </a:lnSpc>
              <a:buClrTx/>
              <a:buFont typeface="Wingdings" panose="05000000000000000000" pitchFamily="2" charset="2"/>
              <a:buChar char="Ø"/>
            </a:pPr>
            <a:r>
              <a:rPr lang="en-US" dirty="0" smtClean="0">
                <a:solidFill>
                  <a:schemeClr val="tx1"/>
                </a:solidFill>
              </a:rPr>
              <a:t>B is the son of C but C is not the mother of B means C is the father of B. A is </a:t>
            </a:r>
            <a:r>
              <a:rPr lang="en-US" dirty="0" err="1" smtClean="0">
                <a:solidFill>
                  <a:schemeClr val="tx1"/>
                </a:solidFill>
              </a:rPr>
              <a:t>marned</a:t>
            </a:r>
            <a:r>
              <a:rPr lang="en-US" dirty="0" smtClean="0">
                <a:solidFill>
                  <a:schemeClr val="tx1"/>
                </a:solidFill>
              </a:rPr>
              <a:t> to C means A is the mother of B. F is brother of B means F is son of A and C. D is daughter of A means D is daughter of A and C </a:t>
            </a:r>
            <a:endParaRPr lang="en-US" dirty="0" smtClean="0">
              <a:solidFill>
                <a:schemeClr val="tx1"/>
              </a:solidFill>
            </a:endParaRPr>
          </a:p>
          <a:p>
            <a:pPr>
              <a:lnSpc>
                <a:spcPct val="150000"/>
              </a:lnSpc>
              <a:buClrTx/>
              <a:buFont typeface="Wingdings" panose="05000000000000000000" pitchFamily="2" charset="2"/>
              <a:buChar char="Ø"/>
            </a:pPr>
            <a:r>
              <a:rPr lang="en-US" dirty="0" smtClean="0">
                <a:solidFill>
                  <a:schemeClr val="tx1"/>
                </a:solidFill>
              </a:rPr>
              <a:t>Clearly. A is the mother of B. </a:t>
            </a:r>
            <a:endParaRPr lang="en-US" dirty="0" smtClean="0">
              <a:solidFill>
                <a:schemeClr val="tx1"/>
              </a:solidFill>
            </a:endParaRPr>
          </a:p>
          <a:p>
            <a:pPr>
              <a:lnSpc>
                <a:spcPct val="150000"/>
              </a:lnSpc>
              <a:buClrTx/>
              <a:buNone/>
            </a:pP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a:t>
            </a:r>
            <a:r>
              <a:rPr lang="en-IN" sz="2000" b="1" dirty="0" smtClean="0">
                <a:ln w="6600">
                  <a:solidFill>
                    <a:schemeClr val="accent2"/>
                  </a:solidFill>
                  <a:prstDash val="solid"/>
                </a:ln>
                <a:solidFill>
                  <a:srgbClr val="FFFFFF"/>
                </a:solidFill>
                <a:effectLst>
                  <a:outerShdw dist="38100" dir="2700000" algn="tl" rotWithShape="0">
                    <a:schemeClr val="accent2"/>
                  </a:outerShdw>
                </a:effectLst>
              </a:rPr>
              <a:t>: 14</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832387"/>
            <a:ext cx="8815064" cy="3540282"/>
          </a:xfrm>
        </p:spPr>
        <p:txBody>
          <a:bodyPr/>
          <a:lstStyle/>
          <a:p>
            <a:pPr>
              <a:lnSpc>
                <a:spcPct val="150000"/>
              </a:lnSpc>
              <a:buNone/>
            </a:pPr>
            <a:r>
              <a:rPr lang="en-US" dirty="0" smtClean="0">
                <a:solidFill>
                  <a:schemeClr val="tx1"/>
                </a:solidFill>
              </a:rPr>
              <a:t>If 'A $ B' means 'A is brother of B', 'A @ </a:t>
            </a:r>
            <a:r>
              <a:rPr lang="en-US" dirty="0" err="1" smtClean="0">
                <a:solidFill>
                  <a:schemeClr val="tx1"/>
                </a:solidFill>
              </a:rPr>
              <a:t>B'means</a:t>
            </a:r>
            <a:r>
              <a:rPr lang="en-US" dirty="0" smtClean="0">
                <a:solidFill>
                  <a:schemeClr val="tx1"/>
                </a:solidFill>
              </a:rPr>
              <a:t> 'A is wife of B', 'A # B'</a:t>
            </a:r>
            <a:endParaRPr lang="en-US" dirty="0" smtClean="0">
              <a:solidFill>
                <a:schemeClr val="tx1"/>
              </a:solidFill>
            </a:endParaRPr>
          </a:p>
          <a:p>
            <a:pPr>
              <a:lnSpc>
                <a:spcPct val="150000"/>
              </a:lnSpc>
              <a:buNone/>
            </a:pPr>
            <a:r>
              <a:rPr lang="en-US" dirty="0" smtClean="0">
                <a:solidFill>
                  <a:schemeClr val="tx1"/>
                </a:solidFill>
              </a:rPr>
              <a:t>means 'A is daughter of B' and 'A &amp; </a:t>
            </a:r>
            <a:r>
              <a:rPr lang="en-US" dirty="0" err="1" smtClean="0">
                <a:solidFill>
                  <a:schemeClr val="tx1"/>
                </a:solidFill>
              </a:rPr>
              <a:t>B'means</a:t>
            </a:r>
            <a:r>
              <a:rPr lang="en-US" dirty="0" smtClean="0">
                <a:solidFill>
                  <a:schemeClr val="tx1"/>
                </a:solidFill>
              </a:rPr>
              <a:t> 'A is father of B', then which</a:t>
            </a:r>
            <a:endParaRPr lang="en-US" dirty="0" smtClean="0">
              <a:solidFill>
                <a:schemeClr val="tx1"/>
              </a:solidFill>
            </a:endParaRPr>
          </a:p>
          <a:p>
            <a:pPr>
              <a:lnSpc>
                <a:spcPct val="150000"/>
              </a:lnSpc>
              <a:buNone/>
            </a:pPr>
            <a:r>
              <a:rPr lang="en-US" dirty="0" smtClean="0">
                <a:solidFill>
                  <a:schemeClr val="tx1"/>
                </a:solidFill>
              </a:rPr>
              <a:t>of the following expressions indicates the relationship 'K' is father-in-law</a:t>
            </a:r>
            <a:endParaRPr lang="en-US" dirty="0" smtClean="0">
              <a:solidFill>
                <a:schemeClr val="tx1"/>
              </a:solidFill>
            </a:endParaRPr>
          </a:p>
          <a:p>
            <a:pPr>
              <a:lnSpc>
                <a:spcPct val="150000"/>
              </a:lnSpc>
              <a:buNone/>
            </a:pPr>
            <a:r>
              <a:rPr lang="en-US" dirty="0" smtClean="0">
                <a:solidFill>
                  <a:schemeClr val="tx1"/>
                </a:solidFill>
              </a:rPr>
              <a:t>of H'? </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H @ J $ L # P &amp; K</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H @ J $ P &amp; L # K</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H @ J $ L # K &amp; P</a:t>
            </a:r>
            <a:endParaRPr lang="en-US" dirty="0" smtClean="0">
              <a:solidFill>
                <a:schemeClr val="tx1"/>
              </a:solidFill>
            </a:endParaRPr>
          </a:p>
          <a:p>
            <a:pPr>
              <a:lnSpc>
                <a:spcPct val="150000"/>
              </a:lnSpc>
              <a:buClrTx/>
              <a:buFont typeface="+mj-lt"/>
              <a:buAutoNum type="alphaUcPeriod"/>
            </a:pPr>
            <a:r>
              <a:rPr lang="en-US" dirty="0" smtClean="0">
                <a:solidFill>
                  <a:schemeClr val="tx1"/>
                </a:solidFill>
              </a:rPr>
              <a:t>H @ P $ J &amp; L # K</a:t>
            </a:r>
            <a:endParaRPr lang="en-US" dirty="0" smtClean="0">
              <a:solidFill>
                <a:schemeClr val="tx1"/>
              </a:solidFill>
            </a:endParaRPr>
          </a:p>
          <a:p>
            <a:pPr>
              <a:lnSpc>
                <a:spcPct val="150000"/>
              </a:lnSpc>
              <a:buClrTx/>
              <a:buNone/>
            </a:pPr>
            <a:r>
              <a:rPr lang="en-IN" dirty="0" smtClean="0">
                <a:solidFill>
                  <a:schemeClr val="tx1"/>
                </a:solidFill>
              </a:rPr>
              <a:t>                                                                                                     </a:t>
            </a:r>
            <a:r>
              <a:rPr lang="en-IN" dirty="0" smtClean="0">
                <a:solidFill>
                  <a:schemeClr val="tx1"/>
                </a:solidFill>
                <a:sym typeface="+mn-ea"/>
              </a:rPr>
              <a:t>Answer: C</a:t>
            </a:r>
            <a:endParaRPr lang="en-IN" dirty="0" smtClean="0">
              <a:solidFill>
                <a:schemeClr val="tx1"/>
              </a:solidFill>
            </a:endParaRPr>
          </a:p>
          <a:p>
            <a:pPr>
              <a:lnSpc>
                <a:spcPct val="150000"/>
              </a:lnSpc>
              <a:buClrTx/>
              <a:buNone/>
            </a:pPr>
            <a:endParaRPr lang="en-IN" dirty="0" smtClean="0">
              <a:solidFill>
                <a:schemeClr val="tx1"/>
              </a:solidFill>
            </a:endParaRPr>
          </a:p>
          <a:p>
            <a:pPr>
              <a:lnSpc>
                <a:spcPct val="150000"/>
              </a:lnSpc>
              <a:buClrTx/>
              <a:buNone/>
            </a:pPr>
            <a:r>
              <a:rPr lang="en-IN" dirty="0" smtClean="0">
                <a:solidFill>
                  <a:schemeClr val="tx1"/>
                </a:solidFill>
              </a:rPr>
              <a:t>                                                                                                                     </a:t>
            </a: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Question: 15</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20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20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20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20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83335" y="1017431"/>
            <a:ext cx="8548965" cy="3540282"/>
          </a:xfrm>
        </p:spPr>
        <p:txBody>
          <a:bodyPr/>
          <a:lstStyle/>
          <a:p>
            <a:pPr>
              <a:lnSpc>
                <a:spcPct val="150000"/>
              </a:lnSpc>
              <a:buClrTx/>
              <a:buFont typeface="Wingdings" panose="05000000000000000000" pitchFamily="2" charset="2"/>
              <a:buChar char="Ø"/>
            </a:pPr>
            <a:r>
              <a:rPr lang="en-US" dirty="0" smtClean="0">
                <a:solidFill>
                  <a:schemeClr val="tx1"/>
                </a:solidFill>
              </a:rPr>
              <a:t>K is the father-in-law of H means H is the wife of the brother (say, J) of the</a:t>
            </a:r>
            <a:endParaRPr lang="en-US" dirty="0" smtClean="0">
              <a:solidFill>
                <a:schemeClr val="tx1"/>
              </a:solidFill>
            </a:endParaRPr>
          </a:p>
          <a:p>
            <a:pPr>
              <a:lnSpc>
                <a:spcPct val="150000"/>
              </a:lnSpc>
              <a:buClrTx/>
              <a:buNone/>
            </a:pPr>
            <a:r>
              <a:rPr lang="en-US" dirty="0" smtClean="0">
                <a:solidFill>
                  <a:schemeClr val="tx1"/>
                </a:solidFill>
              </a:rPr>
              <a:t>daughter (say, L) of K and K is a male (brother or father of some person, say P)</a:t>
            </a:r>
            <a:endParaRPr lang="en-US" dirty="0" smtClean="0">
              <a:solidFill>
                <a:schemeClr val="tx1"/>
              </a:solidFill>
            </a:endParaRPr>
          </a:p>
          <a:p>
            <a:pPr>
              <a:lnSpc>
                <a:spcPct val="150000"/>
              </a:lnSpc>
              <a:buClrTx/>
              <a:buFont typeface="Wingdings" panose="05000000000000000000" pitchFamily="2" charset="2"/>
              <a:buChar char="Ø"/>
            </a:pPr>
            <a:r>
              <a:rPr lang="en-US" dirty="0" err="1" smtClean="0">
                <a:solidFill>
                  <a:schemeClr val="tx1"/>
                </a:solidFill>
              </a:rPr>
              <a:t>i.e</a:t>
            </a:r>
            <a:r>
              <a:rPr lang="en-US" dirty="0" smtClean="0">
                <a:solidFill>
                  <a:schemeClr val="tx1"/>
                </a:solidFill>
              </a:rPr>
              <a:t> H @ J $ L # K $ P or H @ J $ L # K &amp; P.</a:t>
            </a:r>
            <a:endParaRPr lang="en-US" dirty="0" smtClean="0">
              <a:solidFill>
                <a:schemeClr val="tx1"/>
              </a:solidFill>
            </a:endParaRPr>
          </a:p>
          <a:p>
            <a:pPr>
              <a:lnSpc>
                <a:spcPct val="150000"/>
              </a:lnSpc>
              <a:buClrTx/>
              <a:buNone/>
            </a:pPr>
            <a:r>
              <a:rPr lang="en-US" dirty="0" smtClean="0">
                <a:solidFill>
                  <a:schemeClr val="tx1"/>
                </a:solidFill>
              </a:rPr>
              <a:t> </a:t>
            </a:r>
            <a:endParaRPr lang="en-US" dirty="0" smtClean="0">
              <a:solidFill>
                <a:schemeClr val="tx1"/>
              </a:solidFill>
            </a:endParaRPr>
          </a:p>
          <a:p>
            <a:pPr>
              <a:buClrTx/>
              <a:buFont typeface="Wingdings" panose="05000000000000000000" pitchFamily="2" charset="2"/>
              <a:buChar char="Ø"/>
            </a:pPr>
            <a:endParaRPr lang="en-US" dirty="0" smtClean="0">
              <a:solidFill>
                <a:schemeClr val="tx1"/>
              </a:solidFill>
            </a:endParaRPr>
          </a:p>
          <a:p>
            <a:pPr>
              <a:buClrTx/>
              <a:buFont typeface="Wingdings" panose="05000000000000000000" pitchFamily="2" charset="2"/>
              <a:buChar char="Ø"/>
            </a:pPr>
            <a:endParaRPr lang="en-US" dirty="0" smtClean="0">
              <a:solidFill>
                <a:schemeClr val="tx1"/>
              </a:solidFill>
            </a:endParaRPr>
          </a:p>
          <a:p>
            <a:pPr>
              <a:buClrTx/>
              <a:buNone/>
            </a:pPr>
            <a:br>
              <a:rPr lang="en-US" dirty="0" smtClean="0">
                <a:solidFill>
                  <a:schemeClr val="tx1"/>
                </a:solidFill>
              </a:rPr>
            </a:br>
            <a:endParaRPr lang="en-US" dirty="0" smtClean="0">
              <a:solidFill>
                <a:schemeClr val="tx1"/>
              </a:solidFill>
            </a:endParaRPr>
          </a:p>
          <a:p>
            <a:pPr marL="114300" indent="0">
              <a:lnSpc>
                <a:spcPct val="150000"/>
              </a:lnSpc>
              <a:buNone/>
            </a:pPr>
            <a:endParaRPr lang="en-US" dirty="0" smtClean="0"/>
          </a:p>
          <a:p>
            <a:pPr marL="114300" indent="0">
              <a:lnSpc>
                <a:spcPct val="150000"/>
              </a:lnSpc>
              <a:buNone/>
            </a:pPr>
            <a:endParaRPr lang="en-IN" dirty="0">
              <a:solidFill>
                <a:schemeClr val="tx1"/>
              </a:solidFill>
            </a:endParaRPr>
          </a:p>
        </p:txBody>
      </p:sp>
      <p:pic>
        <p:nvPicPr>
          <p:cNvPr id="4" name="Google Shape;69;p15"/>
          <p:cNvPicPr preferRelativeResize="0"/>
          <p:nvPr/>
        </p:nvPicPr>
        <p:blipFill>
          <a:blip r:embed="rId1"/>
          <a:stretch>
            <a:fillRect/>
          </a:stretch>
        </p:blipFill>
        <p:spPr>
          <a:xfrm>
            <a:off x="7120800" y="233550"/>
            <a:ext cx="1694264" cy="766799"/>
          </a:xfrm>
          <a:prstGeom prst="rect">
            <a:avLst/>
          </a:prstGeom>
          <a:noFill/>
          <a:ln>
            <a:noFill/>
          </a:ln>
        </p:spPr>
      </p:pic>
      <p:sp>
        <p:nvSpPr>
          <p:cNvPr id="5" name="Google Shape;70;p15"/>
          <p:cNvSpPr>
            <a:spLocks noGrp="1"/>
          </p:cNvSpPr>
          <p:nvPr>
            <p:ph type="title"/>
          </p:nvPr>
        </p:nvSpPr>
        <p:spPr>
          <a:xfrm>
            <a:off x="0" y="190500"/>
            <a:ext cx="6903218" cy="573175"/>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r>
              <a:rPr lang="en-US" sz="2000" b="1" dirty="0" smtClean="0">
                <a:ln w="6600">
                  <a:solidFill>
                    <a:schemeClr val="accent2"/>
                  </a:solidFill>
                  <a:prstDash val="solid"/>
                </a:ln>
                <a:solidFill>
                  <a:srgbClr val="FFFFFF"/>
                </a:solidFill>
                <a:effectLst>
                  <a:outerShdw dist="38100" dir="2700000" algn="tl" rotWithShape="0">
                    <a:schemeClr val="accent2"/>
                  </a:outerShdw>
                </a:effectLst>
              </a:rPr>
              <a:t> Explanation</a:t>
            </a:r>
            <a:r>
              <a:rPr lang="en-IN" sz="2000" b="1" dirty="0" smtClean="0">
                <a:ln w="6600">
                  <a:solidFill>
                    <a:schemeClr val="accent2"/>
                  </a:solidFill>
                  <a:prstDash val="solid"/>
                </a:ln>
                <a:solidFill>
                  <a:srgbClr val="FFFFFF"/>
                </a:solidFill>
                <a:effectLst>
                  <a:outerShdw dist="38100" dir="2700000" algn="tl" rotWithShape="0">
                    <a:schemeClr val="accent2"/>
                  </a:outerShdw>
                </a:effectLst>
              </a:rPr>
              <a:t>: 15</a:t>
            </a:r>
            <a:br>
              <a:rPr lang="en-US" sz="2000" b="1" dirty="0" smtClean="0">
                <a:ln w="6600">
                  <a:solidFill>
                    <a:schemeClr val="accent2"/>
                  </a:solidFill>
                  <a:prstDash val="solid"/>
                </a:ln>
                <a:solidFill>
                  <a:srgbClr val="FFFFFF"/>
                </a:solidFill>
                <a:effectLst>
                  <a:outerShdw dist="38100" dir="2700000" algn="tl" rotWithShape="0">
                    <a:schemeClr val="accent2"/>
                  </a:outerShdw>
                </a:effectLst>
              </a:rPr>
            </a:br>
            <a:endParaRPr lang="en-US" sz="2000"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7" name="Google Shape;68;p15"/>
          <p:cNvPicPr preferRelativeResize="0"/>
          <p:nvPr/>
        </p:nvPicPr>
        <p:blipFill rotWithShape="1">
          <a:blip r:embed="rId2"/>
          <a:srcRect l="41241" t="9528" r="-23988" b="51129"/>
          <a:stretch>
            <a:fillRect/>
          </a:stretch>
        </p:blipFill>
        <p:spPr>
          <a:xfrm>
            <a:off x="0" y="4143245"/>
            <a:ext cx="4457700" cy="1000255"/>
          </a:xfrm>
          <a:prstGeom prst="rect">
            <a:avLst/>
          </a:prstGeom>
          <a:noFill/>
          <a:ln>
            <a:noFill/>
          </a:ln>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a:buNone/>
            </a:pPr>
            <a:r>
              <a:rPr lang="en-US" dirty="0" smtClean="0"/>
              <a:t>                           </a:t>
            </a:r>
            <a:endParaRPr lang="en-US" dirty="0" smtClean="0"/>
          </a:p>
          <a:p>
            <a:pPr>
              <a:buNone/>
            </a:pPr>
            <a:r>
              <a:rPr lang="en-US" dirty="0" smtClean="0"/>
              <a:t>   </a:t>
            </a:r>
            <a:endParaRPr lang="en-US" dirty="0" smtClean="0"/>
          </a:p>
          <a:p>
            <a:pPr>
              <a:buNone/>
            </a:pPr>
            <a:endParaRPr lang="en-US" dirty="0" smtClean="0"/>
          </a:p>
          <a:p>
            <a:pPr>
              <a:buNone/>
            </a:pPr>
            <a:r>
              <a:rPr lang="en-US" sz="3200" dirty="0" smtClean="0">
                <a:solidFill>
                  <a:schemeClr val="tx1"/>
                </a:solidFill>
              </a:rPr>
              <a:t>                       THANK YOU</a:t>
            </a:r>
            <a:endParaRPr lang="en-US" sz="3200" dirty="0">
              <a:solidFill>
                <a:schemeClr val="tx1"/>
              </a:solidFill>
            </a:endParaRPr>
          </a:p>
        </p:txBody>
      </p:sp>
      <p:pic>
        <p:nvPicPr>
          <p:cNvPr id="4" name="Google Shape;68;p15"/>
          <p:cNvPicPr preferRelativeResize="0"/>
          <p:nvPr/>
        </p:nvPicPr>
        <p:blipFill rotWithShape="1">
          <a:blip r:embed="rId1"/>
          <a:srcRect l="41241" t="9528" r="-23988" b="51129"/>
          <a:stretch>
            <a:fillRect/>
          </a:stretch>
        </p:blipFill>
        <p:spPr>
          <a:xfrm>
            <a:off x="0" y="4143245"/>
            <a:ext cx="4457700" cy="1000255"/>
          </a:xfrm>
          <a:prstGeom prst="rect">
            <a:avLst/>
          </a:prstGeom>
          <a:noFill/>
          <a:ln>
            <a:noFill/>
          </a:ln>
        </p:spPr>
      </p:pic>
      <p:pic>
        <p:nvPicPr>
          <p:cNvPr id="5" name="Google Shape;69;p15"/>
          <p:cNvPicPr preferRelativeResize="0"/>
          <p:nvPr/>
        </p:nvPicPr>
        <p:blipFill>
          <a:blip r:embed="rId2"/>
          <a:stretch>
            <a:fillRect/>
          </a:stretch>
        </p:blipFill>
        <p:spPr>
          <a:xfrm>
            <a:off x="7120800" y="233550"/>
            <a:ext cx="1694264" cy="766799"/>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11557</Words>
  <Application>WPS Presentation</Application>
  <PresentationFormat>On-screen Show (16:9)</PresentationFormat>
  <Paragraphs>337</Paragraphs>
  <Slides>33</Slides>
  <Notes>31</Notes>
  <HiddenSlides>15</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Arial</vt:lpstr>
      <vt:lpstr>SimSun</vt:lpstr>
      <vt:lpstr>Wingdings</vt:lpstr>
      <vt:lpstr>Arial</vt:lpstr>
      <vt:lpstr>微软雅黑</vt:lpstr>
      <vt:lpstr>Droid Sans Fallback</vt:lpstr>
      <vt:lpstr>DejaVu Sans</vt:lpstr>
      <vt:lpstr>Arial Unicode MS</vt:lpstr>
      <vt:lpstr>Simple Light</vt:lpstr>
      <vt:lpstr>PowerPoint 演示文稿</vt:lpstr>
      <vt:lpstr>PowerPoint 演示文稿</vt:lpstr>
      <vt:lpstr>  Question: 01 </vt:lpstr>
      <vt:lpstr>  Explanation: 01 </vt:lpstr>
      <vt:lpstr>  Question: 02 </vt:lpstr>
      <vt:lpstr>  Explanation: 02 </vt:lpstr>
      <vt:lpstr>  Question: 03 </vt:lpstr>
      <vt:lpstr>  Explanation: 03 </vt:lpstr>
      <vt:lpstr>  Question: 04 </vt:lpstr>
      <vt:lpstr>  Explanation: 04 </vt:lpstr>
      <vt:lpstr>  Question: 05 </vt:lpstr>
      <vt:lpstr>  Explanation: 05 </vt:lpstr>
      <vt:lpstr>  Question: 06 </vt:lpstr>
      <vt:lpstr>  Explanation: 06 </vt:lpstr>
      <vt:lpstr>  Question: 07 </vt:lpstr>
      <vt:lpstr>  Explanation: 07 </vt:lpstr>
      <vt:lpstr>  Question: 08 </vt:lpstr>
      <vt:lpstr>  Explanation: 08 </vt:lpstr>
      <vt:lpstr>  Question: 09 </vt:lpstr>
      <vt:lpstr>  Explanation: 09 </vt:lpstr>
      <vt:lpstr>  Question: 10 </vt:lpstr>
      <vt:lpstr>  Explanation: 10 </vt:lpstr>
      <vt:lpstr>  Question: 11 </vt:lpstr>
      <vt:lpstr>  Explanation: 11 </vt:lpstr>
      <vt:lpstr>  Question: 12 </vt:lpstr>
      <vt:lpstr>  Explanation: 12 </vt:lpstr>
      <vt:lpstr>  Question: 13 </vt:lpstr>
      <vt:lpstr>  Explanation: 13 </vt:lpstr>
      <vt:lpstr>  Question: 14 </vt:lpstr>
      <vt:lpstr>  Explanation: 14 </vt:lpstr>
      <vt:lpstr>  Question: 15 </vt:lpstr>
      <vt:lpstr>  Explanation: 15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sushmitha</dc:creator>
  <cp:lastModifiedBy>ai</cp:lastModifiedBy>
  <cp:revision>747</cp:revision>
  <dcterms:created xsi:type="dcterms:W3CDTF">2019-12-13T07:22:57Z</dcterms:created>
  <dcterms:modified xsi:type="dcterms:W3CDTF">2019-12-13T07:22:57Z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1033-10.1.0.6757</vt:lpwstr>
  </property>
</Properties>
</file>